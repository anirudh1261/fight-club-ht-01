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52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256635" cy="9144635"/>
          </a:xfrm>
          <a:custGeom>
            <a:avLst/>
            <a:gdLst/>
            <a:ahLst/>
            <a:cxnLst/>
            <a:rect l="l" t="t" r="r" b="b"/>
            <a:pathLst>
              <a:path w="16256635" h="9144635">
                <a:moveTo>
                  <a:pt x="16256165" y="0"/>
                </a:moveTo>
                <a:lnTo>
                  <a:pt x="0" y="0"/>
                </a:lnTo>
                <a:lnTo>
                  <a:pt x="0" y="9144355"/>
                </a:lnTo>
                <a:lnTo>
                  <a:pt x="16256165" y="9144355"/>
                </a:lnTo>
                <a:lnTo>
                  <a:pt x="16256165" y="0"/>
                </a:lnTo>
                <a:close/>
              </a:path>
            </a:pathLst>
          </a:custGeom>
          <a:solidFill>
            <a:srgbClr val="0C10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3223" y="699731"/>
            <a:ext cx="6358255" cy="1566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58.png"/><Relationship Id="rId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387994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3"/>
                </a:lnTo>
                <a:lnTo>
                  <a:pt x="13630" y="32996"/>
                </a:lnTo>
                <a:lnTo>
                  <a:pt x="17618" y="26835"/>
                </a:lnTo>
                <a:lnTo>
                  <a:pt x="19075" y="19088"/>
                </a:lnTo>
                <a:lnTo>
                  <a:pt x="17618" y="11701"/>
                </a:lnTo>
                <a:lnTo>
                  <a:pt x="13630" y="5629"/>
                </a:lnTo>
                <a:lnTo>
                  <a:pt x="7684" y="1514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651432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4" y="70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9"/>
                </a:lnTo>
                <a:lnTo>
                  <a:pt x="13630" y="33040"/>
                </a:lnTo>
                <a:lnTo>
                  <a:pt x="17618" y="26985"/>
                </a:lnTo>
                <a:lnTo>
                  <a:pt x="19075" y="19443"/>
                </a:lnTo>
                <a:lnTo>
                  <a:pt x="17618" y="12003"/>
                </a:lnTo>
                <a:lnTo>
                  <a:pt x="13630" y="5813"/>
                </a:lnTo>
                <a:lnTo>
                  <a:pt x="7684" y="158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914870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1"/>
                </a:lnTo>
                <a:lnTo>
                  <a:pt x="13630" y="32858"/>
                </a:lnTo>
                <a:lnTo>
                  <a:pt x="17618" y="26680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178308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4" y="71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9"/>
                </a:lnTo>
                <a:lnTo>
                  <a:pt x="13630" y="32908"/>
                </a:lnTo>
                <a:lnTo>
                  <a:pt x="17618" y="26841"/>
                </a:lnTo>
                <a:lnTo>
                  <a:pt x="19075" y="19456"/>
                </a:lnTo>
                <a:lnTo>
                  <a:pt x="17618" y="12014"/>
                </a:lnTo>
                <a:lnTo>
                  <a:pt x="13630" y="5819"/>
                </a:lnTo>
                <a:lnTo>
                  <a:pt x="7684" y="158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5441746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3"/>
                </a:lnTo>
                <a:lnTo>
                  <a:pt x="13630" y="32862"/>
                </a:lnTo>
                <a:lnTo>
                  <a:pt x="17618" y="26685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4705197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4" y="70"/>
                </a:lnTo>
                <a:lnTo>
                  <a:pt x="0" y="38448"/>
                </a:lnTo>
                <a:lnTo>
                  <a:pt x="355" y="38519"/>
                </a:lnTo>
                <a:lnTo>
                  <a:pt x="7684" y="37006"/>
                </a:lnTo>
                <a:lnTo>
                  <a:pt x="13630" y="32896"/>
                </a:lnTo>
                <a:lnTo>
                  <a:pt x="17618" y="26828"/>
                </a:lnTo>
                <a:lnTo>
                  <a:pt x="19075" y="19443"/>
                </a:lnTo>
                <a:lnTo>
                  <a:pt x="17618" y="12001"/>
                </a:lnTo>
                <a:lnTo>
                  <a:pt x="13630" y="5807"/>
                </a:lnTo>
                <a:lnTo>
                  <a:pt x="7684" y="157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3968635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2" y="66"/>
                </a:lnTo>
                <a:lnTo>
                  <a:pt x="0" y="38447"/>
                </a:lnTo>
                <a:lnTo>
                  <a:pt x="355" y="38519"/>
                </a:lnTo>
                <a:lnTo>
                  <a:pt x="7684" y="37001"/>
                </a:lnTo>
                <a:lnTo>
                  <a:pt x="13630" y="32851"/>
                </a:lnTo>
                <a:lnTo>
                  <a:pt x="17618" y="26678"/>
                </a:lnTo>
                <a:lnTo>
                  <a:pt x="19075" y="19088"/>
                </a:lnTo>
                <a:lnTo>
                  <a:pt x="17618" y="11546"/>
                </a:lnTo>
                <a:lnTo>
                  <a:pt x="13630" y="5491"/>
                </a:lnTo>
                <a:lnTo>
                  <a:pt x="7684" y="146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3232073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2" y="66"/>
                </a:lnTo>
                <a:lnTo>
                  <a:pt x="0" y="38458"/>
                </a:lnTo>
                <a:lnTo>
                  <a:pt x="355" y="38531"/>
                </a:lnTo>
                <a:lnTo>
                  <a:pt x="7684" y="36961"/>
                </a:lnTo>
                <a:lnTo>
                  <a:pt x="13630" y="32724"/>
                </a:lnTo>
                <a:lnTo>
                  <a:pt x="17618" y="26530"/>
                </a:lnTo>
                <a:lnTo>
                  <a:pt x="19075" y="19088"/>
                </a:lnTo>
                <a:lnTo>
                  <a:pt x="17618" y="11546"/>
                </a:lnTo>
                <a:lnTo>
                  <a:pt x="13630" y="5491"/>
                </a:lnTo>
                <a:lnTo>
                  <a:pt x="7684" y="146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2495511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6"/>
                </a:lnTo>
                <a:lnTo>
                  <a:pt x="0" y="38095"/>
                </a:lnTo>
                <a:lnTo>
                  <a:pt x="355" y="38163"/>
                </a:lnTo>
                <a:lnTo>
                  <a:pt x="7684" y="36706"/>
                </a:lnTo>
                <a:lnTo>
                  <a:pt x="13630" y="32718"/>
                </a:lnTo>
                <a:lnTo>
                  <a:pt x="17618" y="26772"/>
                </a:lnTo>
                <a:lnTo>
                  <a:pt x="19075" y="19443"/>
                </a:lnTo>
                <a:lnTo>
                  <a:pt x="17618" y="11703"/>
                </a:lnTo>
                <a:lnTo>
                  <a:pt x="13630" y="5546"/>
                </a:lnTo>
                <a:lnTo>
                  <a:pt x="7684" y="148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1758594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1"/>
                </a:lnTo>
                <a:lnTo>
                  <a:pt x="13630" y="32858"/>
                </a:lnTo>
                <a:lnTo>
                  <a:pt x="17618" y="26680"/>
                </a:lnTo>
                <a:lnTo>
                  <a:pt x="19075" y="19088"/>
                </a:lnTo>
                <a:lnTo>
                  <a:pt x="17618" y="11701"/>
                </a:lnTo>
                <a:lnTo>
                  <a:pt x="13630" y="5629"/>
                </a:lnTo>
                <a:lnTo>
                  <a:pt x="7684" y="1514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1022032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9"/>
                </a:lnTo>
                <a:lnTo>
                  <a:pt x="13630" y="33040"/>
                </a:lnTo>
                <a:lnTo>
                  <a:pt x="17618" y="26985"/>
                </a:lnTo>
                <a:lnTo>
                  <a:pt x="19075" y="19443"/>
                </a:lnTo>
                <a:lnTo>
                  <a:pt x="17618" y="11853"/>
                </a:lnTo>
                <a:lnTo>
                  <a:pt x="13630" y="5680"/>
                </a:lnTo>
                <a:lnTo>
                  <a:pt x="7684" y="153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285470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58"/>
                </a:lnTo>
                <a:lnTo>
                  <a:pt x="355" y="38531"/>
                </a:lnTo>
                <a:lnTo>
                  <a:pt x="7684" y="36961"/>
                </a:lnTo>
                <a:lnTo>
                  <a:pt x="13630" y="32724"/>
                </a:lnTo>
                <a:lnTo>
                  <a:pt x="17618" y="26530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761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874" y="11853"/>
                </a:lnTo>
                <a:lnTo>
                  <a:pt x="32721" y="5680"/>
                </a:lnTo>
                <a:lnTo>
                  <a:pt x="26543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747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80" y="37063"/>
                </a:lnTo>
                <a:lnTo>
                  <a:pt x="32858" y="32996"/>
                </a:lnTo>
                <a:lnTo>
                  <a:pt x="37011" y="26835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747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1"/>
                </a:lnTo>
                <a:lnTo>
                  <a:pt x="37011" y="11990"/>
                </a:lnTo>
                <a:lnTo>
                  <a:pt x="32858" y="5800"/>
                </a:lnTo>
                <a:lnTo>
                  <a:pt x="26680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747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80" y="36999"/>
                </a:lnTo>
                <a:lnTo>
                  <a:pt x="32858" y="32845"/>
                </a:lnTo>
                <a:lnTo>
                  <a:pt x="37011" y="2666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747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747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80" y="37000"/>
                </a:lnTo>
                <a:lnTo>
                  <a:pt x="32858" y="32850"/>
                </a:lnTo>
                <a:lnTo>
                  <a:pt x="37011" y="26672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747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47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80" y="37001"/>
                </a:lnTo>
                <a:lnTo>
                  <a:pt x="32858" y="32851"/>
                </a:lnTo>
                <a:lnTo>
                  <a:pt x="37011" y="26678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47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80" y="36961"/>
                </a:lnTo>
                <a:lnTo>
                  <a:pt x="32858" y="32724"/>
                </a:lnTo>
                <a:lnTo>
                  <a:pt x="37011" y="26530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747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80" y="36693"/>
                </a:lnTo>
                <a:lnTo>
                  <a:pt x="32858" y="32705"/>
                </a:lnTo>
                <a:lnTo>
                  <a:pt x="37011" y="26760"/>
                </a:lnTo>
                <a:lnTo>
                  <a:pt x="38531" y="19430"/>
                </a:lnTo>
                <a:lnTo>
                  <a:pt x="37011" y="11690"/>
                </a:lnTo>
                <a:lnTo>
                  <a:pt x="32858" y="5534"/>
                </a:lnTo>
                <a:lnTo>
                  <a:pt x="26680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747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80" y="37011"/>
                </a:lnTo>
                <a:lnTo>
                  <a:pt x="32858" y="32858"/>
                </a:lnTo>
                <a:lnTo>
                  <a:pt x="37011" y="26680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747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0"/>
                </a:lnTo>
                <a:lnTo>
                  <a:pt x="37011" y="11840"/>
                </a:lnTo>
                <a:lnTo>
                  <a:pt x="32858" y="5667"/>
                </a:lnTo>
                <a:lnTo>
                  <a:pt x="26680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747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80" y="36949"/>
                </a:lnTo>
                <a:lnTo>
                  <a:pt x="32858" y="32712"/>
                </a:lnTo>
                <a:lnTo>
                  <a:pt x="37011" y="2651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54178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5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5403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5403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5403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5403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5403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5403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5403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5403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5403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5403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5403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5403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190739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59" y="11853"/>
                </a:lnTo>
                <a:lnTo>
                  <a:pt x="32709" y="5680"/>
                </a:lnTo>
                <a:lnTo>
                  <a:pt x="26536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190597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678" y="37063"/>
                </a:lnTo>
                <a:lnTo>
                  <a:pt x="32851" y="32996"/>
                </a:lnTo>
                <a:lnTo>
                  <a:pt x="37001" y="26835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90597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1"/>
                </a:lnTo>
                <a:lnTo>
                  <a:pt x="37001" y="11990"/>
                </a:lnTo>
                <a:lnTo>
                  <a:pt x="32851" y="5800"/>
                </a:lnTo>
                <a:lnTo>
                  <a:pt x="2667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90597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678" y="36999"/>
                </a:lnTo>
                <a:lnTo>
                  <a:pt x="32851" y="32845"/>
                </a:lnTo>
                <a:lnTo>
                  <a:pt x="37001" y="2666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90597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90597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678" y="37000"/>
                </a:lnTo>
                <a:lnTo>
                  <a:pt x="32851" y="32850"/>
                </a:lnTo>
                <a:lnTo>
                  <a:pt x="37001" y="26672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190597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190597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678" y="37001"/>
                </a:lnTo>
                <a:lnTo>
                  <a:pt x="32851" y="32851"/>
                </a:lnTo>
                <a:lnTo>
                  <a:pt x="37001" y="26678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190597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678" y="36961"/>
                </a:lnTo>
                <a:lnTo>
                  <a:pt x="32851" y="32724"/>
                </a:lnTo>
                <a:lnTo>
                  <a:pt x="37001" y="26530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90597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678" y="36693"/>
                </a:lnTo>
                <a:lnTo>
                  <a:pt x="32851" y="32705"/>
                </a:lnTo>
                <a:lnTo>
                  <a:pt x="37001" y="26760"/>
                </a:lnTo>
                <a:lnTo>
                  <a:pt x="38519" y="19430"/>
                </a:lnTo>
                <a:lnTo>
                  <a:pt x="37001" y="11690"/>
                </a:lnTo>
                <a:lnTo>
                  <a:pt x="32851" y="5534"/>
                </a:lnTo>
                <a:lnTo>
                  <a:pt x="2667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190597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678" y="37011"/>
                </a:lnTo>
                <a:lnTo>
                  <a:pt x="32851" y="32858"/>
                </a:lnTo>
                <a:lnTo>
                  <a:pt x="37001" y="26680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190597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0"/>
                </a:lnTo>
                <a:lnTo>
                  <a:pt x="37001" y="11840"/>
                </a:lnTo>
                <a:lnTo>
                  <a:pt x="32851" y="5667"/>
                </a:lnTo>
                <a:lnTo>
                  <a:pt x="2667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90597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678" y="36949"/>
                </a:lnTo>
                <a:lnTo>
                  <a:pt x="32851" y="32712"/>
                </a:lnTo>
                <a:lnTo>
                  <a:pt x="37001" y="2651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2730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271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9271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9271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9271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9271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9271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271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9271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9271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9271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9271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9271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663863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59" y="11853"/>
                </a:lnTo>
                <a:lnTo>
                  <a:pt x="32708" y="5680"/>
                </a:lnTo>
                <a:lnTo>
                  <a:pt x="2653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663721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72" y="37063"/>
                </a:lnTo>
                <a:lnTo>
                  <a:pt x="32850" y="32996"/>
                </a:lnTo>
                <a:lnTo>
                  <a:pt x="37000" y="26835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663721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1"/>
                </a:lnTo>
                <a:lnTo>
                  <a:pt x="37000" y="11990"/>
                </a:lnTo>
                <a:lnTo>
                  <a:pt x="32850" y="5800"/>
                </a:lnTo>
                <a:lnTo>
                  <a:pt x="2667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663721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72" y="36999"/>
                </a:lnTo>
                <a:lnTo>
                  <a:pt x="32850" y="32845"/>
                </a:lnTo>
                <a:lnTo>
                  <a:pt x="37000" y="2666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663721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663721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72" y="37000"/>
                </a:lnTo>
                <a:lnTo>
                  <a:pt x="32850" y="32850"/>
                </a:lnTo>
                <a:lnTo>
                  <a:pt x="37000" y="26672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663721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663721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72" y="37001"/>
                </a:lnTo>
                <a:lnTo>
                  <a:pt x="32850" y="32851"/>
                </a:lnTo>
                <a:lnTo>
                  <a:pt x="37000" y="26678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663721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72" y="36961"/>
                </a:lnTo>
                <a:lnTo>
                  <a:pt x="32850" y="32724"/>
                </a:lnTo>
                <a:lnTo>
                  <a:pt x="37000" y="26530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663721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72" y="36693"/>
                </a:lnTo>
                <a:lnTo>
                  <a:pt x="32850" y="32705"/>
                </a:lnTo>
                <a:lnTo>
                  <a:pt x="37000" y="26760"/>
                </a:lnTo>
                <a:lnTo>
                  <a:pt x="38519" y="19430"/>
                </a:lnTo>
                <a:lnTo>
                  <a:pt x="37000" y="11690"/>
                </a:lnTo>
                <a:lnTo>
                  <a:pt x="32850" y="5534"/>
                </a:lnTo>
                <a:lnTo>
                  <a:pt x="2667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663721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72" y="37011"/>
                </a:lnTo>
                <a:lnTo>
                  <a:pt x="32850" y="32858"/>
                </a:lnTo>
                <a:lnTo>
                  <a:pt x="37000" y="26680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663721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0"/>
                </a:lnTo>
                <a:lnTo>
                  <a:pt x="37000" y="11840"/>
                </a:lnTo>
                <a:lnTo>
                  <a:pt x="32850" y="5667"/>
                </a:lnTo>
                <a:lnTo>
                  <a:pt x="2667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663721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72" y="36949"/>
                </a:lnTo>
                <a:lnTo>
                  <a:pt x="32850" y="32712"/>
                </a:lnTo>
                <a:lnTo>
                  <a:pt x="37000" y="2651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40043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84" y="0"/>
                </a:moveTo>
                <a:lnTo>
                  <a:pt x="11843" y="1530"/>
                </a:lnTo>
                <a:lnTo>
                  <a:pt x="5653" y="5680"/>
                </a:lnTo>
                <a:lnTo>
                  <a:pt x="1421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7" y="11853"/>
                </a:lnTo>
                <a:lnTo>
                  <a:pt x="32742" y="5680"/>
                </a:lnTo>
                <a:lnTo>
                  <a:pt x="26670" y="1530"/>
                </a:lnTo>
                <a:lnTo>
                  <a:pt x="19284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40028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835"/>
                </a:lnTo>
                <a:lnTo>
                  <a:pt x="5800" y="32996"/>
                </a:lnTo>
                <a:lnTo>
                  <a:pt x="11990" y="37063"/>
                </a:lnTo>
                <a:lnTo>
                  <a:pt x="19431" y="38531"/>
                </a:lnTo>
                <a:lnTo>
                  <a:pt x="26817" y="37063"/>
                </a:lnTo>
                <a:lnTo>
                  <a:pt x="32889" y="32996"/>
                </a:lnTo>
                <a:lnTo>
                  <a:pt x="37004" y="26835"/>
                </a:lnTo>
                <a:lnTo>
                  <a:pt x="38519" y="19088"/>
                </a:lnTo>
                <a:lnTo>
                  <a:pt x="37004" y="11701"/>
                </a:lnTo>
                <a:lnTo>
                  <a:pt x="32889" y="5629"/>
                </a:lnTo>
                <a:lnTo>
                  <a:pt x="26817" y="1514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40028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68"/>
                </a:lnTo>
                <a:lnTo>
                  <a:pt x="5800" y="5800"/>
                </a:lnTo>
                <a:lnTo>
                  <a:pt x="1568" y="11990"/>
                </a:lnTo>
                <a:lnTo>
                  <a:pt x="0" y="19431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1" y="38519"/>
                </a:lnTo>
                <a:lnTo>
                  <a:pt x="26817" y="37056"/>
                </a:lnTo>
                <a:lnTo>
                  <a:pt x="32889" y="33027"/>
                </a:lnTo>
                <a:lnTo>
                  <a:pt x="37004" y="26973"/>
                </a:lnTo>
                <a:lnTo>
                  <a:pt x="38519" y="19431"/>
                </a:lnTo>
                <a:lnTo>
                  <a:pt x="37004" y="11990"/>
                </a:lnTo>
                <a:lnTo>
                  <a:pt x="32889" y="5800"/>
                </a:lnTo>
                <a:lnTo>
                  <a:pt x="26817" y="156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40028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67"/>
                </a:lnTo>
                <a:lnTo>
                  <a:pt x="5800" y="32845"/>
                </a:lnTo>
                <a:lnTo>
                  <a:pt x="11990" y="36999"/>
                </a:lnTo>
                <a:lnTo>
                  <a:pt x="19431" y="38519"/>
                </a:lnTo>
                <a:lnTo>
                  <a:pt x="26817" y="36999"/>
                </a:lnTo>
                <a:lnTo>
                  <a:pt x="32889" y="32845"/>
                </a:lnTo>
                <a:lnTo>
                  <a:pt x="37004" y="26667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40028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1" y="38519"/>
                </a:lnTo>
                <a:lnTo>
                  <a:pt x="26817" y="37006"/>
                </a:lnTo>
                <a:lnTo>
                  <a:pt x="32889" y="32896"/>
                </a:lnTo>
                <a:lnTo>
                  <a:pt x="37004" y="26828"/>
                </a:lnTo>
                <a:lnTo>
                  <a:pt x="38519" y="19443"/>
                </a:lnTo>
                <a:lnTo>
                  <a:pt x="37004" y="12001"/>
                </a:lnTo>
                <a:lnTo>
                  <a:pt x="32889" y="5807"/>
                </a:lnTo>
                <a:lnTo>
                  <a:pt x="26817" y="1570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40028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72"/>
                </a:lnTo>
                <a:lnTo>
                  <a:pt x="5800" y="32850"/>
                </a:lnTo>
                <a:lnTo>
                  <a:pt x="11990" y="37000"/>
                </a:lnTo>
                <a:lnTo>
                  <a:pt x="19431" y="38519"/>
                </a:lnTo>
                <a:lnTo>
                  <a:pt x="26817" y="37000"/>
                </a:lnTo>
                <a:lnTo>
                  <a:pt x="32889" y="32850"/>
                </a:lnTo>
                <a:lnTo>
                  <a:pt x="37004" y="26672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40028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1" y="38519"/>
                </a:lnTo>
                <a:lnTo>
                  <a:pt x="26817" y="37006"/>
                </a:lnTo>
                <a:lnTo>
                  <a:pt x="32889" y="32896"/>
                </a:lnTo>
                <a:lnTo>
                  <a:pt x="37004" y="26828"/>
                </a:lnTo>
                <a:lnTo>
                  <a:pt x="38519" y="19443"/>
                </a:lnTo>
                <a:lnTo>
                  <a:pt x="37004" y="12001"/>
                </a:lnTo>
                <a:lnTo>
                  <a:pt x="32889" y="5807"/>
                </a:lnTo>
                <a:lnTo>
                  <a:pt x="26817" y="1570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0028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678"/>
                </a:lnTo>
                <a:lnTo>
                  <a:pt x="5800" y="32851"/>
                </a:lnTo>
                <a:lnTo>
                  <a:pt x="11990" y="37001"/>
                </a:lnTo>
                <a:lnTo>
                  <a:pt x="19431" y="38519"/>
                </a:lnTo>
                <a:lnTo>
                  <a:pt x="26817" y="37001"/>
                </a:lnTo>
                <a:lnTo>
                  <a:pt x="32889" y="32851"/>
                </a:lnTo>
                <a:lnTo>
                  <a:pt x="37004" y="26678"/>
                </a:lnTo>
                <a:lnTo>
                  <a:pt x="38519" y="19088"/>
                </a:lnTo>
                <a:lnTo>
                  <a:pt x="37004" y="11546"/>
                </a:lnTo>
                <a:lnTo>
                  <a:pt x="32889" y="5491"/>
                </a:lnTo>
                <a:lnTo>
                  <a:pt x="26817" y="146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40028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530"/>
                </a:lnTo>
                <a:lnTo>
                  <a:pt x="5800" y="32724"/>
                </a:lnTo>
                <a:lnTo>
                  <a:pt x="11990" y="36961"/>
                </a:lnTo>
                <a:lnTo>
                  <a:pt x="19431" y="38531"/>
                </a:lnTo>
                <a:lnTo>
                  <a:pt x="26817" y="36961"/>
                </a:lnTo>
                <a:lnTo>
                  <a:pt x="32889" y="32724"/>
                </a:lnTo>
                <a:lnTo>
                  <a:pt x="37004" y="26530"/>
                </a:lnTo>
                <a:lnTo>
                  <a:pt x="38519" y="19088"/>
                </a:lnTo>
                <a:lnTo>
                  <a:pt x="37004" y="11546"/>
                </a:lnTo>
                <a:lnTo>
                  <a:pt x="32889" y="5491"/>
                </a:lnTo>
                <a:lnTo>
                  <a:pt x="26817" y="146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40028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8"/>
                </a:lnTo>
                <a:lnTo>
                  <a:pt x="5800" y="5534"/>
                </a:lnTo>
                <a:lnTo>
                  <a:pt x="1568" y="11690"/>
                </a:lnTo>
                <a:lnTo>
                  <a:pt x="0" y="19430"/>
                </a:lnTo>
                <a:lnTo>
                  <a:pt x="1568" y="26760"/>
                </a:lnTo>
                <a:lnTo>
                  <a:pt x="5800" y="32705"/>
                </a:lnTo>
                <a:lnTo>
                  <a:pt x="11990" y="36693"/>
                </a:lnTo>
                <a:lnTo>
                  <a:pt x="19431" y="38150"/>
                </a:lnTo>
                <a:lnTo>
                  <a:pt x="26817" y="36693"/>
                </a:lnTo>
                <a:lnTo>
                  <a:pt x="32889" y="32705"/>
                </a:lnTo>
                <a:lnTo>
                  <a:pt x="37004" y="26760"/>
                </a:lnTo>
                <a:lnTo>
                  <a:pt x="38519" y="19430"/>
                </a:lnTo>
                <a:lnTo>
                  <a:pt x="37004" y="11690"/>
                </a:lnTo>
                <a:lnTo>
                  <a:pt x="32889" y="5534"/>
                </a:lnTo>
                <a:lnTo>
                  <a:pt x="26817" y="146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40028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680"/>
                </a:lnTo>
                <a:lnTo>
                  <a:pt x="5800" y="32858"/>
                </a:lnTo>
                <a:lnTo>
                  <a:pt x="11990" y="37011"/>
                </a:lnTo>
                <a:lnTo>
                  <a:pt x="19431" y="38531"/>
                </a:lnTo>
                <a:lnTo>
                  <a:pt x="26817" y="37011"/>
                </a:lnTo>
                <a:lnTo>
                  <a:pt x="32889" y="32858"/>
                </a:lnTo>
                <a:lnTo>
                  <a:pt x="37004" y="26680"/>
                </a:lnTo>
                <a:lnTo>
                  <a:pt x="38519" y="19088"/>
                </a:lnTo>
                <a:lnTo>
                  <a:pt x="37004" y="11701"/>
                </a:lnTo>
                <a:lnTo>
                  <a:pt x="32889" y="5629"/>
                </a:lnTo>
                <a:lnTo>
                  <a:pt x="26817" y="1514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40028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8"/>
                </a:lnTo>
                <a:lnTo>
                  <a:pt x="5800" y="5667"/>
                </a:lnTo>
                <a:lnTo>
                  <a:pt x="1568" y="11840"/>
                </a:lnTo>
                <a:lnTo>
                  <a:pt x="0" y="19430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1" y="38519"/>
                </a:lnTo>
                <a:lnTo>
                  <a:pt x="26817" y="37056"/>
                </a:lnTo>
                <a:lnTo>
                  <a:pt x="32889" y="33027"/>
                </a:lnTo>
                <a:lnTo>
                  <a:pt x="37004" y="26973"/>
                </a:lnTo>
                <a:lnTo>
                  <a:pt x="38519" y="19430"/>
                </a:lnTo>
                <a:lnTo>
                  <a:pt x="37004" y="11840"/>
                </a:lnTo>
                <a:lnTo>
                  <a:pt x="32889" y="5667"/>
                </a:lnTo>
                <a:lnTo>
                  <a:pt x="26817" y="151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40028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517"/>
                </a:lnTo>
                <a:lnTo>
                  <a:pt x="5800" y="32712"/>
                </a:lnTo>
                <a:lnTo>
                  <a:pt x="11990" y="36949"/>
                </a:lnTo>
                <a:lnTo>
                  <a:pt x="19431" y="38519"/>
                </a:lnTo>
                <a:lnTo>
                  <a:pt x="26817" y="36949"/>
                </a:lnTo>
                <a:lnTo>
                  <a:pt x="32889" y="32712"/>
                </a:lnTo>
                <a:lnTo>
                  <a:pt x="37004" y="26517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13698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9" y="18732"/>
                </a:lnTo>
                <a:lnTo>
                  <a:pt x="36909" y="11853"/>
                </a:lnTo>
                <a:lnTo>
                  <a:pt x="32841" y="5680"/>
                </a:lnTo>
                <a:lnTo>
                  <a:pt x="2668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13684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822" y="37063"/>
                </a:lnTo>
                <a:lnTo>
                  <a:pt x="32983" y="32996"/>
                </a:lnTo>
                <a:lnTo>
                  <a:pt x="37050" y="26835"/>
                </a:lnTo>
                <a:lnTo>
                  <a:pt x="38519" y="19088"/>
                </a:lnTo>
                <a:lnTo>
                  <a:pt x="37050" y="11701"/>
                </a:lnTo>
                <a:lnTo>
                  <a:pt x="32983" y="5629"/>
                </a:lnTo>
                <a:lnTo>
                  <a:pt x="2682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13684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822" y="37056"/>
                </a:lnTo>
                <a:lnTo>
                  <a:pt x="32983" y="33027"/>
                </a:lnTo>
                <a:lnTo>
                  <a:pt x="37050" y="26973"/>
                </a:lnTo>
                <a:lnTo>
                  <a:pt x="38519" y="19431"/>
                </a:lnTo>
                <a:lnTo>
                  <a:pt x="37050" y="11990"/>
                </a:lnTo>
                <a:lnTo>
                  <a:pt x="32983" y="5800"/>
                </a:lnTo>
                <a:lnTo>
                  <a:pt x="2682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13684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822" y="36999"/>
                </a:lnTo>
                <a:lnTo>
                  <a:pt x="32983" y="32845"/>
                </a:lnTo>
                <a:lnTo>
                  <a:pt x="37050" y="26667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13684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822" y="37006"/>
                </a:lnTo>
                <a:lnTo>
                  <a:pt x="32983" y="32896"/>
                </a:lnTo>
                <a:lnTo>
                  <a:pt x="37050" y="26828"/>
                </a:lnTo>
                <a:lnTo>
                  <a:pt x="38519" y="19443"/>
                </a:lnTo>
                <a:lnTo>
                  <a:pt x="37050" y="12001"/>
                </a:lnTo>
                <a:lnTo>
                  <a:pt x="32983" y="5807"/>
                </a:lnTo>
                <a:lnTo>
                  <a:pt x="2682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13684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822" y="37000"/>
                </a:lnTo>
                <a:lnTo>
                  <a:pt x="32983" y="32850"/>
                </a:lnTo>
                <a:lnTo>
                  <a:pt x="37050" y="26672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13684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822" y="37006"/>
                </a:lnTo>
                <a:lnTo>
                  <a:pt x="32983" y="32896"/>
                </a:lnTo>
                <a:lnTo>
                  <a:pt x="37050" y="26828"/>
                </a:lnTo>
                <a:lnTo>
                  <a:pt x="38519" y="19443"/>
                </a:lnTo>
                <a:lnTo>
                  <a:pt x="37050" y="12001"/>
                </a:lnTo>
                <a:lnTo>
                  <a:pt x="32983" y="5807"/>
                </a:lnTo>
                <a:lnTo>
                  <a:pt x="2682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13684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822" y="37001"/>
                </a:lnTo>
                <a:lnTo>
                  <a:pt x="32983" y="32851"/>
                </a:lnTo>
                <a:lnTo>
                  <a:pt x="37050" y="26678"/>
                </a:lnTo>
                <a:lnTo>
                  <a:pt x="38519" y="19088"/>
                </a:lnTo>
                <a:lnTo>
                  <a:pt x="37050" y="11546"/>
                </a:lnTo>
                <a:lnTo>
                  <a:pt x="32983" y="5491"/>
                </a:lnTo>
                <a:lnTo>
                  <a:pt x="2682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13684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822" y="36961"/>
                </a:lnTo>
                <a:lnTo>
                  <a:pt x="32983" y="32724"/>
                </a:lnTo>
                <a:lnTo>
                  <a:pt x="37050" y="26530"/>
                </a:lnTo>
                <a:lnTo>
                  <a:pt x="38519" y="19088"/>
                </a:lnTo>
                <a:lnTo>
                  <a:pt x="37050" y="11546"/>
                </a:lnTo>
                <a:lnTo>
                  <a:pt x="32983" y="5491"/>
                </a:lnTo>
                <a:lnTo>
                  <a:pt x="2682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13684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822" y="36693"/>
                </a:lnTo>
                <a:lnTo>
                  <a:pt x="32983" y="32705"/>
                </a:lnTo>
                <a:lnTo>
                  <a:pt x="37050" y="26760"/>
                </a:lnTo>
                <a:lnTo>
                  <a:pt x="38519" y="19430"/>
                </a:lnTo>
                <a:lnTo>
                  <a:pt x="37050" y="11690"/>
                </a:lnTo>
                <a:lnTo>
                  <a:pt x="32983" y="5534"/>
                </a:lnTo>
                <a:lnTo>
                  <a:pt x="2682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13684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822" y="37011"/>
                </a:lnTo>
                <a:lnTo>
                  <a:pt x="32983" y="32858"/>
                </a:lnTo>
                <a:lnTo>
                  <a:pt x="37050" y="26680"/>
                </a:lnTo>
                <a:lnTo>
                  <a:pt x="38519" y="19088"/>
                </a:lnTo>
                <a:lnTo>
                  <a:pt x="37050" y="11701"/>
                </a:lnTo>
                <a:lnTo>
                  <a:pt x="32983" y="5629"/>
                </a:lnTo>
                <a:lnTo>
                  <a:pt x="2682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13684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822" y="37056"/>
                </a:lnTo>
                <a:lnTo>
                  <a:pt x="32983" y="33027"/>
                </a:lnTo>
                <a:lnTo>
                  <a:pt x="37050" y="26973"/>
                </a:lnTo>
                <a:lnTo>
                  <a:pt x="38519" y="19430"/>
                </a:lnTo>
                <a:lnTo>
                  <a:pt x="37050" y="11840"/>
                </a:lnTo>
                <a:lnTo>
                  <a:pt x="32983" y="5667"/>
                </a:lnTo>
                <a:lnTo>
                  <a:pt x="2682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13684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822" y="36949"/>
                </a:lnTo>
                <a:lnTo>
                  <a:pt x="32983" y="32712"/>
                </a:lnTo>
                <a:lnTo>
                  <a:pt x="37050" y="26517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87354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47" y="18732"/>
                </a:lnTo>
                <a:lnTo>
                  <a:pt x="36922" y="11853"/>
                </a:lnTo>
                <a:lnTo>
                  <a:pt x="32893" y="5680"/>
                </a:lnTo>
                <a:lnTo>
                  <a:pt x="26838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87339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985" y="37063"/>
                </a:lnTo>
                <a:lnTo>
                  <a:pt x="33040" y="32996"/>
                </a:lnTo>
                <a:lnTo>
                  <a:pt x="37069" y="26835"/>
                </a:lnTo>
                <a:lnTo>
                  <a:pt x="38531" y="19088"/>
                </a:lnTo>
                <a:lnTo>
                  <a:pt x="37069" y="11701"/>
                </a:lnTo>
                <a:lnTo>
                  <a:pt x="33040" y="5629"/>
                </a:lnTo>
                <a:lnTo>
                  <a:pt x="26985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87339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985" y="37056"/>
                </a:lnTo>
                <a:lnTo>
                  <a:pt x="33040" y="33027"/>
                </a:lnTo>
                <a:lnTo>
                  <a:pt x="37069" y="26973"/>
                </a:lnTo>
                <a:lnTo>
                  <a:pt x="38531" y="19431"/>
                </a:lnTo>
                <a:lnTo>
                  <a:pt x="37069" y="11990"/>
                </a:lnTo>
                <a:lnTo>
                  <a:pt x="33040" y="5800"/>
                </a:lnTo>
                <a:lnTo>
                  <a:pt x="26985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87339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985" y="36999"/>
                </a:lnTo>
                <a:lnTo>
                  <a:pt x="33040" y="32845"/>
                </a:lnTo>
                <a:lnTo>
                  <a:pt x="37069" y="26667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87339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985" y="37006"/>
                </a:lnTo>
                <a:lnTo>
                  <a:pt x="33040" y="32896"/>
                </a:lnTo>
                <a:lnTo>
                  <a:pt x="37069" y="26828"/>
                </a:lnTo>
                <a:lnTo>
                  <a:pt x="38531" y="19443"/>
                </a:lnTo>
                <a:lnTo>
                  <a:pt x="37069" y="12001"/>
                </a:lnTo>
                <a:lnTo>
                  <a:pt x="33040" y="5807"/>
                </a:lnTo>
                <a:lnTo>
                  <a:pt x="26985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87339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985" y="37000"/>
                </a:lnTo>
                <a:lnTo>
                  <a:pt x="33040" y="32850"/>
                </a:lnTo>
                <a:lnTo>
                  <a:pt x="37069" y="26672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87339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985" y="37006"/>
                </a:lnTo>
                <a:lnTo>
                  <a:pt x="33040" y="32896"/>
                </a:lnTo>
                <a:lnTo>
                  <a:pt x="37069" y="26828"/>
                </a:lnTo>
                <a:lnTo>
                  <a:pt x="38531" y="19443"/>
                </a:lnTo>
                <a:lnTo>
                  <a:pt x="37069" y="12001"/>
                </a:lnTo>
                <a:lnTo>
                  <a:pt x="33040" y="5807"/>
                </a:lnTo>
                <a:lnTo>
                  <a:pt x="26985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87339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985" y="37001"/>
                </a:lnTo>
                <a:lnTo>
                  <a:pt x="33040" y="32851"/>
                </a:lnTo>
                <a:lnTo>
                  <a:pt x="37069" y="26678"/>
                </a:lnTo>
                <a:lnTo>
                  <a:pt x="38531" y="19088"/>
                </a:lnTo>
                <a:lnTo>
                  <a:pt x="37069" y="11546"/>
                </a:lnTo>
                <a:lnTo>
                  <a:pt x="33040" y="5491"/>
                </a:lnTo>
                <a:lnTo>
                  <a:pt x="26985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87339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985" y="36961"/>
                </a:lnTo>
                <a:lnTo>
                  <a:pt x="33040" y="32724"/>
                </a:lnTo>
                <a:lnTo>
                  <a:pt x="37069" y="26530"/>
                </a:lnTo>
                <a:lnTo>
                  <a:pt x="38531" y="19088"/>
                </a:lnTo>
                <a:lnTo>
                  <a:pt x="37069" y="11546"/>
                </a:lnTo>
                <a:lnTo>
                  <a:pt x="33040" y="5491"/>
                </a:lnTo>
                <a:lnTo>
                  <a:pt x="26985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87339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985" y="36693"/>
                </a:lnTo>
                <a:lnTo>
                  <a:pt x="33040" y="32705"/>
                </a:lnTo>
                <a:lnTo>
                  <a:pt x="37069" y="26760"/>
                </a:lnTo>
                <a:lnTo>
                  <a:pt x="38531" y="19430"/>
                </a:lnTo>
                <a:lnTo>
                  <a:pt x="37069" y="11690"/>
                </a:lnTo>
                <a:lnTo>
                  <a:pt x="33040" y="5534"/>
                </a:lnTo>
                <a:lnTo>
                  <a:pt x="26985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87339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985" y="37011"/>
                </a:lnTo>
                <a:lnTo>
                  <a:pt x="33040" y="32858"/>
                </a:lnTo>
                <a:lnTo>
                  <a:pt x="37069" y="26680"/>
                </a:lnTo>
                <a:lnTo>
                  <a:pt x="38531" y="19088"/>
                </a:lnTo>
                <a:lnTo>
                  <a:pt x="37069" y="11701"/>
                </a:lnTo>
                <a:lnTo>
                  <a:pt x="33040" y="5629"/>
                </a:lnTo>
                <a:lnTo>
                  <a:pt x="26985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87339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985" y="37056"/>
                </a:lnTo>
                <a:lnTo>
                  <a:pt x="33040" y="33027"/>
                </a:lnTo>
                <a:lnTo>
                  <a:pt x="37069" y="26973"/>
                </a:lnTo>
                <a:lnTo>
                  <a:pt x="38531" y="19430"/>
                </a:lnTo>
                <a:lnTo>
                  <a:pt x="37069" y="11840"/>
                </a:lnTo>
                <a:lnTo>
                  <a:pt x="33040" y="5667"/>
                </a:lnTo>
                <a:lnTo>
                  <a:pt x="26985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87339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985" y="36949"/>
                </a:lnTo>
                <a:lnTo>
                  <a:pt x="33040" y="32712"/>
                </a:lnTo>
                <a:lnTo>
                  <a:pt x="37069" y="26517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610461" y="9124912"/>
            <a:ext cx="38100" cy="19050"/>
          </a:xfrm>
          <a:custGeom>
            <a:avLst/>
            <a:gdLst/>
            <a:ahLst/>
            <a:cxnLst/>
            <a:rect l="l" t="t" r="r" b="b"/>
            <a:pathLst>
              <a:path w="38100" h="19050">
                <a:moveTo>
                  <a:pt x="18938" y="0"/>
                </a:moveTo>
                <a:lnTo>
                  <a:pt x="11403" y="1530"/>
                </a:lnTo>
                <a:lnTo>
                  <a:pt x="5352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7876" y="18732"/>
                </a:lnTo>
                <a:lnTo>
                  <a:pt x="36551" y="11853"/>
                </a:lnTo>
                <a:lnTo>
                  <a:pt x="32524" y="5680"/>
                </a:lnTo>
                <a:lnTo>
                  <a:pt x="26473" y="1530"/>
                </a:lnTo>
                <a:lnTo>
                  <a:pt x="1893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61032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4"/>
                </a:lnTo>
                <a:lnTo>
                  <a:pt x="5489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89" y="32996"/>
                </a:lnTo>
                <a:lnTo>
                  <a:pt x="11540" y="37063"/>
                </a:lnTo>
                <a:lnTo>
                  <a:pt x="19075" y="38531"/>
                </a:lnTo>
                <a:lnTo>
                  <a:pt x="26610" y="37063"/>
                </a:lnTo>
                <a:lnTo>
                  <a:pt x="32661" y="32996"/>
                </a:lnTo>
                <a:lnTo>
                  <a:pt x="36688" y="26835"/>
                </a:lnTo>
                <a:lnTo>
                  <a:pt x="38150" y="19088"/>
                </a:lnTo>
                <a:lnTo>
                  <a:pt x="36688" y="11701"/>
                </a:lnTo>
                <a:lnTo>
                  <a:pt x="32661" y="5629"/>
                </a:lnTo>
                <a:lnTo>
                  <a:pt x="26610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61032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68"/>
                </a:lnTo>
                <a:lnTo>
                  <a:pt x="5489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89" y="33027"/>
                </a:lnTo>
                <a:lnTo>
                  <a:pt x="11540" y="37056"/>
                </a:lnTo>
                <a:lnTo>
                  <a:pt x="19075" y="38519"/>
                </a:lnTo>
                <a:lnTo>
                  <a:pt x="26610" y="37056"/>
                </a:lnTo>
                <a:lnTo>
                  <a:pt x="32661" y="33027"/>
                </a:lnTo>
                <a:lnTo>
                  <a:pt x="36688" y="26973"/>
                </a:lnTo>
                <a:lnTo>
                  <a:pt x="38150" y="19431"/>
                </a:lnTo>
                <a:lnTo>
                  <a:pt x="36688" y="11990"/>
                </a:lnTo>
                <a:lnTo>
                  <a:pt x="32661" y="5800"/>
                </a:lnTo>
                <a:lnTo>
                  <a:pt x="26610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61032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89" y="32845"/>
                </a:lnTo>
                <a:lnTo>
                  <a:pt x="11540" y="36999"/>
                </a:lnTo>
                <a:lnTo>
                  <a:pt x="19075" y="38519"/>
                </a:lnTo>
                <a:lnTo>
                  <a:pt x="26610" y="36999"/>
                </a:lnTo>
                <a:lnTo>
                  <a:pt x="32661" y="32845"/>
                </a:lnTo>
                <a:lnTo>
                  <a:pt x="36688" y="26667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61032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70"/>
                </a:lnTo>
                <a:lnTo>
                  <a:pt x="5489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89" y="32896"/>
                </a:lnTo>
                <a:lnTo>
                  <a:pt x="11540" y="37006"/>
                </a:lnTo>
                <a:lnTo>
                  <a:pt x="19075" y="38519"/>
                </a:lnTo>
                <a:lnTo>
                  <a:pt x="26610" y="37006"/>
                </a:lnTo>
                <a:lnTo>
                  <a:pt x="32661" y="32896"/>
                </a:lnTo>
                <a:lnTo>
                  <a:pt x="36688" y="26828"/>
                </a:lnTo>
                <a:lnTo>
                  <a:pt x="38150" y="19443"/>
                </a:lnTo>
                <a:lnTo>
                  <a:pt x="36688" y="12001"/>
                </a:lnTo>
                <a:lnTo>
                  <a:pt x="32661" y="5807"/>
                </a:lnTo>
                <a:lnTo>
                  <a:pt x="26610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61032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89" y="32850"/>
                </a:lnTo>
                <a:lnTo>
                  <a:pt x="11540" y="37000"/>
                </a:lnTo>
                <a:lnTo>
                  <a:pt x="19075" y="38519"/>
                </a:lnTo>
                <a:lnTo>
                  <a:pt x="26610" y="37000"/>
                </a:lnTo>
                <a:lnTo>
                  <a:pt x="32661" y="32850"/>
                </a:lnTo>
                <a:lnTo>
                  <a:pt x="36688" y="26672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61032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70"/>
                </a:lnTo>
                <a:lnTo>
                  <a:pt x="5489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89" y="32896"/>
                </a:lnTo>
                <a:lnTo>
                  <a:pt x="11540" y="37006"/>
                </a:lnTo>
                <a:lnTo>
                  <a:pt x="19075" y="38519"/>
                </a:lnTo>
                <a:lnTo>
                  <a:pt x="26610" y="37006"/>
                </a:lnTo>
                <a:lnTo>
                  <a:pt x="32661" y="32896"/>
                </a:lnTo>
                <a:lnTo>
                  <a:pt x="36688" y="26828"/>
                </a:lnTo>
                <a:lnTo>
                  <a:pt x="38150" y="19443"/>
                </a:lnTo>
                <a:lnTo>
                  <a:pt x="36688" y="12001"/>
                </a:lnTo>
                <a:lnTo>
                  <a:pt x="32661" y="5807"/>
                </a:lnTo>
                <a:lnTo>
                  <a:pt x="26610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61032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2"/>
                </a:lnTo>
                <a:lnTo>
                  <a:pt x="5489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89" y="32851"/>
                </a:lnTo>
                <a:lnTo>
                  <a:pt x="11540" y="37001"/>
                </a:lnTo>
                <a:lnTo>
                  <a:pt x="19075" y="38519"/>
                </a:lnTo>
                <a:lnTo>
                  <a:pt x="26610" y="37001"/>
                </a:lnTo>
                <a:lnTo>
                  <a:pt x="32661" y="32851"/>
                </a:lnTo>
                <a:lnTo>
                  <a:pt x="36688" y="26678"/>
                </a:lnTo>
                <a:lnTo>
                  <a:pt x="38150" y="19088"/>
                </a:lnTo>
                <a:lnTo>
                  <a:pt x="36688" y="11546"/>
                </a:lnTo>
                <a:lnTo>
                  <a:pt x="32661" y="5491"/>
                </a:lnTo>
                <a:lnTo>
                  <a:pt x="26610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61032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2"/>
                </a:lnTo>
                <a:lnTo>
                  <a:pt x="5489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89" y="32724"/>
                </a:lnTo>
                <a:lnTo>
                  <a:pt x="11540" y="36961"/>
                </a:lnTo>
                <a:lnTo>
                  <a:pt x="19075" y="38531"/>
                </a:lnTo>
                <a:lnTo>
                  <a:pt x="26610" y="36961"/>
                </a:lnTo>
                <a:lnTo>
                  <a:pt x="32661" y="32724"/>
                </a:lnTo>
                <a:lnTo>
                  <a:pt x="36688" y="26530"/>
                </a:lnTo>
                <a:lnTo>
                  <a:pt x="38150" y="19088"/>
                </a:lnTo>
                <a:lnTo>
                  <a:pt x="36688" y="11546"/>
                </a:lnTo>
                <a:lnTo>
                  <a:pt x="32661" y="5491"/>
                </a:lnTo>
                <a:lnTo>
                  <a:pt x="26610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61032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8"/>
                </a:lnTo>
                <a:lnTo>
                  <a:pt x="5489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89" y="32705"/>
                </a:lnTo>
                <a:lnTo>
                  <a:pt x="11540" y="36693"/>
                </a:lnTo>
                <a:lnTo>
                  <a:pt x="19075" y="38150"/>
                </a:lnTo>
                <a:lnTo>
                  <a:pt x="26610" y="36693"/>
                </a:lnTo>
                <a:lnTo>
                  <a:pt x="32661" y="32705"/>
                </a:lnTo>
                <a:lnTo>
                  <a:pt x="36688" y="26760"/>
                </a:lnTo>
                <a:lnTo>
                  <a:pt x="38150" y="19430"/>
                </a:lnTo>
                <a:lnTo>
                  <a:pt x="36688" y="11690"/>
                </a:lnTo>
                <a:lnTo>
                  <a:pt x="32661" y="5534"/>
                </a:lnTo>
                <a:lnTo>
                  <a:pt x="26610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61032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4"/>
                </a:lnTo>
                <a:lnTo>
                  <a:pt x="5489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89" y="32858"/>
                </a:lnTo>
                <a:lnTo>
                  <a:pt x="11540" y="37011"/>
                </a:lnTo>
                <a:lnTo>
                  <a:pt x="19075" y="38531"/>
                </a:lnTo>
                <a:lnTo>
                  <a:pt x="26610" y="37011"/>
                </a:lnTo>
                <a:lnTo>
                  <a:pt x="32661" y="32858"/>
                </a:lnTo>
                <a:lnTo>
                  <a:pt x="36688" y="26680"/>
                </a:lnTo>
                <a:lnTo>
                  <a:pt x="38150" y="19088"/>
                </a:lnTo>
                <a:lnTo>
                  <a:pt x="36688" y="11701"/>
                </a:lnTo>
                <a:lnTo>
                  <a:pt x="32661" y="5629"/>
                </a:lnTo>
                <a:lnTo>
                  <a:pt x="26610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61032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8"/>
                </a:lnTo>
                <a:lnTo>
                  <a:pt x="5489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89" y="33027"/>
                </a:lnTo>
                <a:lnTo>
                  <a:pt x="11540" y="37056"/>
                </a:lnTo>
                <a:lnTo>
                  <a:pt x="19075" y="38519"/>
                </a:lnTo>
                <a:lnTo>
                  <a:pt x="26610" y="37056"/>
                </a:lnTo>
                <a:lnTo>
                  <a:pt x="32661" y="33027"/>
                </a:lnTo>
                <a:lnTo>
                  <a:pt x="36688" y="26973"/>
                </a:lnTo>
                <a:lnTo>
                  <a:pt x="38150" y="19430"/>
                </a:lnTo>
                <a:lnTo>
                  <a:pt x="36688" y="11840"/>
                </a:lnTo>
                <a:lnTo>
                  <a:pt x="32661" y="5667"/>
                </a:lnTo>
                <a:lnTo>
                  <a:pt x="26610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61032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89" y="32712"/>
                </a:lnTo>
                <a:lnTo>
                  <a:pt x="11540" y="36949"/>
                </a:lnTo>
                <a:lnTo>
                  <a:pt x="19075" y="38519"/>
                </a:lnTo>
                <a:lnTo>
                  <a:pt x="26610" y="36949"/>
                </a:lnTo>
                <a:lnTo>
                  <a:pt x="32661" y="32712"/>
                </a:lnTo>
                <a:lnTo>
                  <a:pt x="36688" y="26517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7347015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47" y="18732"/>
                </a:lnTo>
                <a:lnTo>
                  <a:pt x="36874" y="11853"/>
                </a:lnTo>
                <a:lnTo>
                  <a:pt x="32760" y="5680"/>
                </a:lnTo>
                <a:lnTo>
                  <a:pt x="26687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34687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30" y="37063"/>
                </a:lnTo>
                <a:lnTo>
                  <a:pt x="32902" y="32996"/>
                </a:lnTo>
                <a:lnTo>
                  <a:pt x="37017" y="26835"/>
                </a:lnTo>
                <a:lnTo>
                  <a:pt x="38531" y="19088"/>
                </a:lnTo>
                <a:lnTo>
                  <a:pt x="37017" y="11701"/>
                </a:lnTo>
                <a:lnTo>
                  <a:pt x="32902" y="5629"/>
                </a:lnTo>
                <a:lnTo>
                  <a:pt x="26830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34687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30" y="37056"/>
                </a:lnTo>
                <a:lnTo>
                  <a:pt x="32902" y="33027"/>
                </a:lnTo>
                <a:lnTo>
                  <a:pt x="37017" y="26973"/>
                </a:lnTo>
                <a:lnTo>
                  <a:pt x="38531" y="19431"/>
                </a:lnTo>
                <a:lnTo>
                  <a:pt x="37017" y="11990"/>
                </a:lnTo>
                <a:lnTo>
                  <a:pt x="32902" y="5800"/>
                </a:lnTo>
                <a:lnTo>
                  <a:pt x="26830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34687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30" y="36999"/>
                </a:lnTo>
                <a:lnTo>
                  <a:pt x="32902" y="32845"/>
                </a:lnTo>
                <a:lnTo>
                  <a:pt x="37017" y="26667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34687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30" y="37006"/>
                </a:lnTo>
                <a:lnTo>
                  <a:pt x="32902" y="32896"/>
                </a:lnTo>
                <a:lnTo>
                  <a:pt x="37017" y="26828"/>
                </a:lnTo>
                <a:lnTo>
                  <a:pt x="38531" y="19443"/>
                </a:lnTo>
                <a:lnTo>
                  <a:pt x="37017" y="12001"/>
                </a:lnTo>
                <a:lnTo>
                  <a:pt x="32902" y="5807"/>
                </a:lnTo>
                <a:lnTo>
                  <a:pt x="26830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34687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30" y="37000"/>
                </a:lnTo>
                <a:lnTo>
                  <a:pt x="32902" y="32850"/>
                </a:lnTo>
                <a:lnTo>
                  <a:pt x="37017" y="26672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34687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30" y="37006"/>
                </a:lnTo>
                <a:lnTo>
                  <a:pt x="32902" y="32896"/>
                </a:lnTo>
                <a:lnTo>
                  <a:pt x="37017" y="26828"/>
                </a:lnTo>
                <a:lnTo>
                  <a:pt x="38531" y="19443"/>
                </a:lnTo>
                <a:lnTo>
                  <a:pt x="37017" y="12001"/>
                </a:lnTo>
                <a:lnTo>
                  <a:pt x="32902" y="5807"/>
                </a:lnTo>
                <a:lnTo>
                  <a:pt x="26830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34687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30" y="37001"/>
                </a:lnTo>
                <a:lnTo>
                  <a:pt x="32902" y="32851"/>
                </a:lnTo>
                <a:lnTo>
                  <a:pt x="37017" y="26678"/>
                </a:lnTo>
                <a:lnTo>
                  <a:pt x="38531" y="19088"/>
                </a:lnTo>
                <a:lnTo>
                  <a:pt x="37017" y="11546"/>
                </a:lnTo>
                <a:lnTo>
                  <a:pt x="32902" y="5491"/>
                </a:lnTo>
                <a:lnTo>
                  <a:pt x="26830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34687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30" y="36961"/>
                </a:lnTo>
                <a:lnTo>
                  <a:pt x="32902" y="32724"/>
                </a:lnTo>
                <a:lnTo>
                  <a:pt x="37017" y="26530"/>
                </a:lnTo>
                <a:lnTo>
                  <a:pt x="38531" y="19088"/>
                </a:lnTo>
                <a:lnTo>
                  <a:pt x="37017" y="11546"/>
                </a:lnTo>
                <a:lnTo>
                  <a:pt x="32902" y="5491"/>
                </a:lnTo>
                <a:lnTo>
                  <a:pt x="26830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34687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30" y="36693"/>
                </a:lnTo>
                <a:lnTo>
                  <a:pt x="32902" y="32705"/>
                </a:lnTo>
                <a:lnTo>
                  <a:pt x="37017" y="26760"/>
                </a:lnTo>
                <a:lnTo>
                  <a:pt x="38531" y="19430"/>
                </a:lnTo>
                <a:lnTo>
                  <a:pt x="37017" y="11690"/>
                </a:lnTo>
                <a:lnTo>
                  <a:pt x="32902" y="5534"/>
                </a:lnTo>
                <a:lnTo>
                  <a:pt x="26830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34687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30" y="37011"/>
                </a:lnTo>
                <a:lnTo>
                  <a:pt x="32902" y="32858"/>
                </a:lnTo>
                <a:lnTo>
                  <a:pt x="37017" y="26680"/>
                </a:lnTo>
                <a:lnTo>
                  <a:pt x="38531" y="19088"/>
                </a:lnTo>
                <a:lnTo>
                  <a:pt x="37017" y="11701"/>
                </a:lnTo>
                <a:lnTo>
                  <a:pt x="32902" y="5629"/>
                </a:lnTo>
                <a:lnTo>
                  <a:pt x="26830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34687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30" y="37056"/>
                </a:lnTo>
                <a:lnTo>
                  <a:pt x="32902" y="33027"/>
                </a:lnTo>
                <a:lnTo>
                  <a:pt x="37017" y="26973"/>
                </a:lnTo>
                <a:lnTo>
                  <a:pt x="38531" y="19430"/>
                </a:lnTo>
                <a:lnTo>
                  <a:pt x="37017" y="11840"/>
                </a:lnTo>
                <a:lnTo>
                  <a:pt x="32902" y="5667"/>
                </a:lnTo>
                <a:lnTo>
                  <a:pt x="26830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34687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30" y="36949"/>
                </a:lnTo>
                <a:lnTo>
                  <a:pt x="32902" y="32712"/>
                </a:lnTo>
                <a:lnTo>
                  <a:pt x="37017" y="26517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083572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39" y="18732"/>
                </a:lnTo>
                <a:lnTo>
                  <a:pt x="36864" y="11853"/>
                </a:lnTo>
                <a:lnTo>
                  <a:pt x="32714" y="5680"/>
                </a:lnTo>
                <a:lnTo>
                  <a:pt x="26541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083436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78" y="37063"/>
                </a:lnTo>
                <a:lnTo>
                  <a:pt x="32851" y="32996"/>
                </a:lnTo>
                <a:lnTo>
                  <a:pt x="37001" y="26835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083436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1"/>
                </a:lnTo>
                <a:lnTo>
                  <a:pt x="37001" y="11990"/>
                </a:lnTo>
                <a:lnTo>
                  <a:pt x="32851" y="5800"/>
                </a:lnTo>
                <a:lnTo>
                  <a:pt x="2667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083436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78" y="36999"/>
                </a:lnTo>
                <a:lnTo>
                  <a:pt x="32851" y="32845"/>
                </a:lnTo>
                <a:lnTo>
                  <a:pt x="37001" y="2666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083436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083436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78" y="37000"/>
                </a:lnTo>
                <a:lnTo>
                  <a:pt x="32851" y="32850"/>
                </a:lnTo>
                <a:lnTo>
                  <a:pt x="37001" y="26672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083436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083436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78" y="37001"/>
                </a:lnTo>
                <a:lnTo>
                  <a:pt x="32851" y="32851"/>
                </a:lnTo>
                <a:lnTo>
                  <a:pt x="37001" y="26678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083436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78" y="36961"/>
                </a:lnTo>
                <a:lnTo>
                  <a:pt x="32851" y="32724"/>
                </a:lnTo>
                <a:lnTo>
                  <a:pt x="37001" y="26530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083436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78" y="36693"/>
                </a:lnTo>
                <a:lnTo>
                  <a:pt x="32851" y="32705"/>
                </a:lnTo>
                <a:lnTo>
                  <a:pt x="37001" y="26760"/>
                </a:lnTo>
                <a:lnTo>
                  <a:pt x="38519" y="19430"/>
                </a:lnTo>
                <a:lnTo>
                  <a:pt x="37001" y="11690"/>
                </a:lnTo>
                <a:lnTo>
                  <a:pt x="32851" y="5534"/>
                </a:lnTo>
                <a:lnTo>
                  <a:pt x="2667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083436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78" y="37011"/>
                </a:lnTo>
                <a:lnTo>
                  <a:pt x="32851" y="32858"/>
                </a:lnTo>
                <a:lnTo>
                  <a:pt x="37001" y="26680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083436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0"/>
                </a:lnTo>
                <a:lnTo>
                  <a:pt x="37001" y="11840"/>
                </a:lnTo>
                <a:lnTo>
                  <a:pt x="32851" y="5667"/>
                </a:lnTo>
                <a:lnTo>
                  <a:pt x="2667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083436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78" y="36949"/>
                </a:lnTo>
                <a:lnTo>
                  <a:pt x="32851" y="32712"/>
                </a:lnTo>
                <a:lnTo>
                  <a:pt x="37001" y="2651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820144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819997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819997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819997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819997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819997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819997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819997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819997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819997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819997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819997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819997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955670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59" y="11853"/>
                </a:lnTo>
                <a:lnTo>
                  <a:pt x="32708" y="5680"/>
                </a:lnTo>
                <a:lnTo>
                  <a:pt x="2653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95565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72" y="37063"/>
                </a:lnTo>
                <a:lnTo>
                  <a:pt x="32850" y="32996"/>
                </a:lnTo>
                <a:lnTo>
                  <a:pt x="37000" y="26835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95565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1"/>
                </a:lnTo>
                <a:lnTo>
                  <a:pt x="37000" y="11990"/>
                </a:lnTo>
                <a:lnTo>
                  <a:pt x="32850" y="5800"/>
                </a:lnTo>
                <a:lnTo>
                  <a:pt x="2667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95565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72" y="36999"/>
                </a:lnTo>
                <a:lnTo>
                  <a:pt x="32850" y="32845"/>
                </a:lnTo>
                <a:lnTo>
                  <a:pt x="37000" y="2666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95565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95565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72" y="37000"/>
                </a:lnTo>
                <a:lnTo>
                  <a:pt x="32850" y="32850"/>
                </a:lnTo>
                <a:lnTo>
                  <a:pt x="37000" y="26672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95565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95565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72" y="37001"/>
                </a:lnTo>
                <a:lnTo>
                  <a:pt x="32850" y="32851"/>
                </a:lnTo>
                <a:lnTo>
                  <a:pt x="37000" y="26678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95565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72" y="36961"/>
                </a:lnTo>
                <a:lnTo>
                  <a:pt x="32850" y="32724"/>
                </a:lnTo>
                <a:lnTo>
                  <a:pt x="37000" y="26530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95565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72" y="36693"/>
                </a:lnTo>
                <a:lnTo>
                  <a:pt x="32850" y="32705"/>
                </a:lnTo>
                <a:lnTo>
                  <a:pt x="37000" y="26760"/>
                </a:lnTo>
                <a:lnTo>
                  <a:pt x="38519" y="19430"/>
                </a:lnTo>
                <a:lnTo>
                  <a:pt x="37000" y="11690"/>
                </a:lnTo>
                <a:lnTo>
                  <a:pt x="32850" y="5534"/>
                </a:lnTo>
                <a:lnTo>
                  <a:pt x="2667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95565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72" y="37011"/>
                </a:lnTo>
                <a:lnTo>
                  <a:pt x="32850" y="32858"/>
                </a:lnTo>
                <a:lnTo>
                  <a:pt x="37000" y="26680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95565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0"/>
                </a:lnTo>
                <a:lnTo>
                  <a:pt x="37000" y="11840"/>
                </a:lnTo>
                <a:lnTo>
                  <a:pt x="32850" y="5667"/>
                </a:lnTo>
                <a:lnTo>
                  <a:pt x="2667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95565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72" y="36949"/>
                </a:lnTo>
                <a:lnTo>
                  <a:pt x="32850" y="32712"/>
                </a:lnTo>
                <a:lnTo>
                  <a:pt x="37000" y="2651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0293268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0293121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0293121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0293121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0293121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0293121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0293121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0293121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0293121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0293121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0293121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0293121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0293121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1029825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57" y="11853"/>
                </a:lnTo>
                <a:lnTo>
                  <a:pt x="32703" y="5680"/>
                </a:lnTo>
                <a:lnTo>
                  <a:pt x="26525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102968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67" y="37063"/>
                </a:lnTo>
                <a:lnTo>
                  <a:pt x="32845" y="32996"/>
                </a:lnTo>
                <a:lnTo>
                  <a:pt x="36999" y="26835"/>
                </a:lnTo>
                <a:lnTo>
                  <a:pt x="38519" y="19088"/>
                </a:lnTo>
                <a:lnTo>
                  <a:pt x="36999" y="11701"/>
                </a:lnTo>
                <a:lnTo>
                  <a:pt x="32845" y="5629"/>
                </a:lnTo>
                <a:lnTo>
                  <a:pt x="26667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102968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67" y="37056"/>
                </a:lnTo>
                <a:lnTo>
                  <a:pt x="32845" y="33027"/>
                </a:lnTo>
                <a:lnTo>
                  <a:pt x="36999" y="26973"/>
                </a:lnTo>
                <a:lnTo>
                  <a:pt x="38519" y="19431"/>
                </a:lnTo>
                <a:lnTo>
                  <a:pt x="36999" y="11990"/>
                </a:lnTo>
                <a:lnTo>
                  <a:pt x="32845" y="5800"/>
                </a:lnTo>
                <a:lnTo>
                  <a:pt x="26667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102968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67" y="36999"/>
                </a:lnTo>
                <a:lnTo>
                  <a:pt x="32845" y="32845"/>
                </a:lnTo>
                <a:lnTo>
                  <a:pt x="36999" y="26667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102968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67" y="37006"/>
                </a:lnTo>
                <a:lnTo>
                  <a:pt x="32845" y="32896"/>
                </a:lnTo>
                <a:lnTo>
                  <a:pt x="36999" y="26828"/>
                </a:lnTo>
                <a:lnTo>
                  <a:pt x="38519" y="19443"/>
                </a:lnTo>
                <a:lnTo>
                  <a:pt x="36999" y="12001"/>
                </a:lnTo>
                <a:lnTo>
                  <a:pt x="32845" y="5807"/>
                </a:lnTo>
                <a:lnTo>
                  <a:pt x="26667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102968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67" y="37000"/>
                </a:lnTo>
                <a:lnTo>
                  <a:pt x="32845" y="32850"/>
                </a:lnTo>
                <a:lnTo>
                  <a:pt x="36999" y="26672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102968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67" y="37006"/>
                </a:lnTo>
                <a:lnTo>
                  <a:pt x="32845" y="32896"/>
                </a:lnTo>
                <a:lnTo>
                  <a:pt x="36999" y="26828"/>
                </a:lnTo>
                <a:lnTo>
                  <a:pt x="38519" y="19443"/>
                </a:lnTo>
                <a:lnTo>
                  <a:pt x="36999" y="12001"/>
                </a:lnTo>
                <a:lnTo>
                  <a:pt x="32845" y="5807"/>
                </a:lnTo>
                <a:lnTo>
                  <a:pt x="26667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102968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67" y="37001"/>
                </a:lnTo>
                <a:lnTo>
                  <a:pt x="32845" y="32851"/>
                </a:lnTo>
                <a:lnTo>
                  <a:pt x="36999" y="26678"/>
                </a:lnTo>
                <a:lnTo>
                  <a:pt x="38519" y="19088"/>
                </a:lnTo>
                <a:lnTo>
                  <a:pt x="36999" y="11546"/>
                </a:lnTo>
                <a:lnTo>
                  <a:pt x="32845" y="5491"/>
                </a:lnTo>
                <a:lnTo>
                  <a:pt x="26667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102968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67" y="36961"/>
                </a:lnTo>
                <a:lnTo>
                  <a:pt x="32845" y="32724"/>
                </a:lnTo>
                <a:lnTo>
                  <a:pt x="36999" y="26530"/>
                </a:lnTo>
                <a:lnTo>
                  <a:pt x="38519" y="19088"/>
                </a:lnTo>
                <a:lnTo>
                  <a:pt x="36999" y="11546"/>
                </a:lnTo>
                <a:lnTo>
                  <a:pt x="32845" y="5491"/>
                </a:lnTo>
                <a:lnTo>
                  <a:pt x="26667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102968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67" y="36693"/>
                </a:lnTo>
                <a:lnTo>
                  <a:pt x="32845" y="32705"/>
                </a:lnTo>
                <a:lnTo>
                  <a:pt x="36999" y="26760"/>
                </a:lnTo>
                <a:lnTo>
                  <a:pt x="38519" y="19430"/>
                </a:lnTo>
                <a:lnTo>
                  <a:pt x="36999" y="11690"/>
                </a:lnTo>
                <a:lnTo>
                  <a:pt x="32845" y="5534"/>
                </a:lnTo>
                <a:lnTo>
                  <a:pt x="26667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102968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67" y="37011"/>
                </a:lnTo>
                <a:lnTo>
                  <a:pt x="32845" y="32858"/>
                </a:lnTo>
                <a:lnTo>
                  <a:pt x="36999" y="26680"/>
                </a:lnTo>
                <a:lnTo>
                  <a:pt x="38519" y="19088"/>
                </a:lnTo>
                <a:lnTo>
                  <a:pt x="36999" y="11701"/>
                </a:lnTo>
                <a:lnTo>
                  <a:pt x="32845" y="5629"/>
                </a:lnTo>
                <a:lnTo>
                  <a:pt x="26667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102968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67" y="37056"/>
                </a:lnTo>
                <a:lnTo>
                  <a:pt x="32845" y="33027"/>
                </a:lnTo>
                <a:lnTo>
                  <a:pt x="36999" y="26973"/>
                </a:lnTo>
                <a:lnTo>
                  <a:pt x="38519" y="19430"/>
                </a:lnTo>
                <a:lnTo>
                  <a:pt x="36999" y="11840"/>
                </a:lnTo>
                <a:lnTo>
                  <a:pt x="32845" y="5667"/>
                </a:lnTo>
                <a:lnTo>
                  <a:pt x="26667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102968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67" y="36949"/>
                </a:lnTo>
                <a:lnTo>
                  <a:pt x="32845" y="32712"/>
                </a:lnTo>
                <a:lnTo>
                  <a:pt x="36999" y="26517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176639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84" y="0"/>
                </a:moveTo>
                <a:lnTo>
                  <a:pt x="11843" y="1530"/>
                </a:lnTo>
                <a:lnTo>
                  <a:pt x="5653" y="5680"/>
                </a:lnTo>
                <a:lnTo>
                  <a:pt x="1421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909" y="11853"/>
                </a:lnTo>
                <a:lnTo>
                  <a:pt x="32881" y="5680"/>
                </a:lnTo>
                <a:lnTo>
                  <a:pt x="26826" y="1530"/>
                </a:lnTo>
                <a:lnTo>
                  <a:pt x="19284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176624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835"/>
                </a:lnTo>
                <a:lnTo>
                  <a:pt x="5800" y="32996"/>
                </a:lnTo>
                <a:lnTo>
                  <a:pt x="11990" y="37063"/>
                </a:lnTo>
                <a:lnTo>
                  <a:pt x="19430" y="38531"/>
                </a:lnTo>
                <a:lnTo>
                  <a:pt x="26973" y="37063"/>
                </a:lnTo>
                <a:lnTo>
                  <a:pt x="33027" y="32996"/>
                </a:lnTo>
                <a:lnTo>
                  <a:pt x="37056" y="26835"/>
                </a:lnTo>
                <a:lnTo>
                  <a:pt x="38519" y="19088"/>
                </a:lnTo>
                <a:lnTo>
                  <a:pt x="37056" y="11701"/>
                </a:lnTo>
                <a:lnTo>
                  <a:pt x="33027" y="5629"/>
                </a:lnTo>
                <a:lnTo>
                  <a:pt x="26973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176624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68"/>
                </a:lnTo>
                <a:lnTo>
                  <a:pt x="5800" y="5800"/>
                </a:lnTo>
                <a:lnTo>
                  <a:pt x="1568" y="11990"/>
                </a:lnTo>
                <a:lnTo>
                  <a:pt x="0" y="19431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0" y="38519"/>
                </a:lnTo>
                <a:lnTo>
                  <a:pt x="26973" y="37056"/>
                </a:lnTo>
                <a:lnTo>
                  <a:pt x="33027" y="33027"/>
                </a:lnTo>
                <a:lnTo>
                  <a:pt x="37056" y="26973"/>
                </a:lnTo>
                <a:lnTo>
                  <a:pt x="38519" y="19431"/>
                </a:lnTo>
                <a:lnTo>
                  <a:pt x="37056" y="11990"/>
                </a:lnTo>
                <a:lnTo>
                  <a:pt x="33027" y="5800"/>
                </a:lnTo>
                <a:lnTo>
                  <a:pt x="26973" y="15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176624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67"/>
                </a:lnTo>
                <a:lnTo>
                  <a:pt x="5800" y="32845"/>
                </a:lnTo>
                <a:lnTo>
                  <a:pt x="11990" y="36999"/>
                </a:lnTo>
                <a:lnTo>
                  <a:pt x="19430" y="38519"/>
                </a:lnTo>
                <a:lnTo>
                  <a:pt x="26973" y="36999"/>
                </a:lnTo>
                <a:lnTo>
                  <a:pt x="33027" y="32845"/>
                </a:lnTo>
                <a:lnTo>
                  <a:pt x="37056" y="26667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176624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0" y="38519"/>
                </a:lnTo>
                <a:lnTo>
                  <a:pt x="26973" y="37006"/>
                </a:lnTo>
                <a:lnTo>
                  <a:pt x="33027" y="32896"/>
                </a:lnTo>
                <a:lnTo>
                  <a:pt x="37056" y="26828"/>
                </a:lnTo>
                <a:lnTo>
                  <a:pt x="38519" y="19443"/>
                </a:lnTo>
                <a:lnTo>
                  <a:pt x="37056" y="12001"/>
                </a:lnTo>
                <a:lnTo>
                  <a:pt x="33027" y="5807"/>
                </a:lnTo>
                <a:lnTo>
                  <a:pt x="26973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176624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72"/>
                </a:lnTo>
                <a:lnTo>
                  <a:pt x="5800" y="32850"/>
                </a:lnTo>
                <a:lnTo>
                  <a:pt x="11990" y="37000"/>
                </a:lnTo>
                <a:lnTo>
                  <a:pt x="19430" y="38519"/>
                </a:lnTo>
                <a:lnTo>
                  <a:pt x="26973" y="37000"/>
                </a:lnTo>
                <a:lnTo>
                  <a:pt x="33027" y="32850"/>
                </a:lnTo>
                <a:lnTo>
                  <a:pt x="37056" y="26672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176624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0" y="38519"/>
                </a:lnTo>
                <a:lnTo>
                  <a:pt x="26973" y="37006"/>
                </a:lnTo>
                <a:lnTo>
                  <a:pt x="33027" y="32896"/>
                </a:lnTo>
                <a:lnTo>
                  <a:pt x="37056" y="26828"/>
                </a:lnTo>
                <a:lnTo>
                  <a:pt x="38519" y="19443"/>
                </a:lnTo>
                <a:lnTo>
                  <a:pt x="37056" y="12001"/>
                </a:lnTo>
                <a:lnTo>
                  <a:pt x="33027" y="5807"/>
                </a:lnTo>
                <a:lnTo>
                  <a:pt x="26973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176624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678"/>
                </a:lnTo>
                <a:lnTo>
                  <a:pt x="5800" y="32851"/>
                </a:lnTo>
                <a:lnTo>
                  <a:pt x="11990" y="37001"/>
                </a:lnTo>
                <a:lnTo>
                  <a:pt x="19430" y="38519"/>
                </a:lnTo>
                <a:lnTo>
                  <a:pt x="26973" y="37001"/>
                </a:lnTo>
                <a:lnTo>
                  <a:pt x="33027" y="32851"/>
                </a:lnTo>
                <a:lnTo>
                  <a:pt x="37056" y="26678"/>
                </a:lnTo>
                <a:lnTo>
                  <a:pt x="38519" y="19088"/>
                </a:lnTo>
                <a:lnTo>
                  <a:pt x="37056" y="11546"/>
                </a:lnTo>
                <a:lnTo>
                  <a:pt x="33027" y="5491"/>
                </a:lnTo>
                <a:lnTo>
                  <a:pt x="26973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176624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530"/>
                </a:lnTo>
                <a:lnTo>
                  <a:pt x="5800" y="32724"/>
                </a:lnTo>
                <a:lnTo>
                  <a:pt x="11990" y="36961"/>
                </a:lnTo>
                <a:lnTo>
                  <a:pt x="19430" y="38531"/>
                </a:lnTo>
                <a:lnTo>
                  <a:pt x="26973" y="36961"/>
                </a:lnTo>
                <a:lnTo>
                  <a:pt x="33027" y="32724"/>
                </a:lnTo>
                <a:lnTo>
                  <a:pt x="37056" y="26530"/>
                </a:lnTo>
                <a:lnTo>
                  <a:pt x="38519" y="19088"/>
                </a:lnTo>
                <a:lnTo>
                  <a:pt x="37056" y="11546"/>
                </a:lnTo>
                <a:lnTo>
                  <a:pt x="33027" y="5491"/>
                </a:lnTo>
                <a:lnTo>
                  <a:pt x="26973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176624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8"/>
                </a:lnTo>
                <a:lnTo>
                  <a:pt x="5800" y="5534"/>
                </a:lnTo>
                <a:lnTo>
                  <a:pt x="1568" y="11690"/>
                </a:lnTo>
                <a:lnTo>
                  <a:pt x="0" y="19430"/>
                </a:lnTo>
                <a:lnTo>
                  <a:pt x="1568" y="26760"/>
                </a:lnTo>
                <a:lnTo>
                  <a:pt x="5800" y="32705"/>
                </a:lnTo>
                <a:lnTo>
                  <a:pt x="11990" y="36693"/>
                </a:lnTo>
                <a:lnTo>
                  <a:pt x="19430" y="38150"/>
                </a:lnTo>
                <a:lnTo>
                  <a:pt x="26973" y="36693"/>
                </a:lnTo>
                <a:lnTo>
                  <a:pt x="33027" y="32705"/>
                </a:lnTo>
                <a:lnTo>
                  <a:pt x="37056" y="26760"/>
                </a:lnTo>
                <a:lnTo>
                  <a:pt x="38519" y="19430"/>
                </a:lnTo>
                <a:lnTo>
                  <a:pt x="37056" y="11690"/>
                </a:lnTo>
                <a:lnTo>
                  <a:pt x="33027" y="5534"/>
                </a:lnTo>
                <a:lnTo>
                  <a:pt x="26973" y="14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176624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680"/>
                </a:lnTo>
                <a:lnTo>
                  <a:pt x="5800" y="32858"/>
                </a:lnTo>
                <a:lnTo>
                  <a:pt x="11990" y="37011"/>
                </a:lnTo>
                <a:lnTo>
                  <a:pt x="19430" y="38531"/>
                </a:lnTo>
                <a:lnTo>
                  <a:pt x="26973" y="37011"/>
                </a:lnTo>
                <a:lnTo>
                  <a:pt x="33027" y="32858"/>
                </a:lnTo>
                <a:lnTo>
                  <a:pt x="37056" y="26680"/>
                </a:lnTo>
                <a:lnTo>
                  <a:pt x="38519" y="19088"/>
                </a:lnTo>
                <a:lnTo>
                  <a:pt x="37056" y="11701"/>
                </a:lnTo>
                <a:lnTo>
                  <a:pt x="33027" y="5629"/>
                </a:lnTo>
                <a:lnTo>
                  <a:pt x="26973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176624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8"/>
                </a:lnTo>
                <a:lnTo>
                  <a:pt x="5800" y="5667"/>
                </a:lnTo>
                <a:lnTo>
                  <a:pt x="1568" y="11840"/>
                </a:lnTo>
                <a:lnTo>
                  <a:pt x="0" y="19430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0" y="38519"/>
                </a:lnTo>
                <a:lnTo>
                  <a:pt x="26973" y="37056"/>
                </a:lnTo>
                <a:lnTo>
                  <a:pt x="33027" y="33027"/>
                </a:lnTo>
                <a:lnTo>
                  <a:pt x="37056" y="26973"/>
                </a:lnTo>
                <a:lnTo>
                  <a:pt x="38519" y="19430"/>
                </a:lnTo>
                <a:lnTo>
                  <a:pt x="37056" y="11840"/>
                </a:lnTo>
                <a:lnTo>
                  <a:pt x="33027" y="5667"/>
                </a:lnTo>
                <a:lnTo>
                  <a:pt x="26973" y="151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176624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517"/>
                </a:lnTo>
                <a:lnTo>
                  <a:pt x="5800" y="32712"/>
                </a:lnTo>
                <a:lnTo>
                  <a:pt x="11990" y="36949"/>
                </a:lnTo>
                <a:lnTo>
                  <a:pt x="19430" y="38519"/>
                </a:lnTo>
                <a:lnTo>
                  <a:pt x="26973" y="36949"/>
                </a:lnTo>
                <a:lnTo>
                  <a:pt x="33027" y="32712"/>
                </a:lnTo>
                <a:lnTo>
                  <a:pt x="37056" y="26517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250293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921" y="11853"/>
                </a:lnTo>
                <a:lnTo>
                  <a:pt x="32854" y="5680"/>
                </a:lnTo>
                <a:lnTo>
                  <a:pt x="26693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250279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835" y="37063"/>
                </a:lnTo>
                <a:lnTo>
                  <a:pt x="32996" y="32996"/>
                </a:lnTo>
                <a:lnTo>
                  <a:pt x="37063" y="26835"/>
                </a:lnTo>
                <a:lnTo>
                  <a:pt x="38531" y="19088"/>
                </a:lnTo>
                <a:lnTo>
                  <a:pt x="37063" y="11701"/>
                </a:lnTo>
                <a:lnTo>
                  <a:pt x="32996" y="5629"/>
                </a:lnTo>
                <a:lnTo>
                  <a:pt x="26835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250279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835" y="37056"/>
                </a:lnTo>
                <a:lnTo>
                  <a:pt x="32996" y="33027"/>
                </a:lnTo>
                <a:lnTo>
                  <a:pt x="37063" y="26973"/>
                </a:lnTo>
                <a:lnTo>
                  <a:pt x="38531" y="19431"/>
                </a:lnTo>
                <a:lnTo>
                  <a:pt x="37063" y="11990"/>
                </a:lnTo>
                <a:lnTo>
                  <a:pt x="32996" y="5800"/>
                </a:lnTo>
                <a:lnTo>
                  <a:pt x="26835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250279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835" y="36999"/>
                </a:lnTo>
                <a:lnTo>
                  <a:pt x="32996" y="32845"/>
                </a:lnTo>
                <a:lnTo>
                  <a:pt x="37063" y="26667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250279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835" y="37006"/>
                </a:lnTo>
                <a:lnTo>
                  <a:pt x="32996" y="32896"/>
                </a:lnTo>
                <a:lnTo>
                  <a:pt x="37063" y="26828"/>
                </a:lnTo>
                <a:lnTo>
                  <a:pt x="38531" y="19443"/>
                </a:lnTo>
                <a:lnTo>
                  <a:pt x="37063" y="12001"/>
                </a:lnTo>
                <a:lnTo>
                  <a:pt x="32996" y="5807"/>
                </a:lnTo>
                <a:lnTo>
                  <a:pt x="26835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250279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835" y="37000"/>
                </a:lnTo>
                <a:lnTo>
                  <a:pt x="32996" y="32850"/>
                </a:lnTo>
                <a:lnTo>
                  <a:pt x="37063" y="26672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250279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835" y="37006"/>
                </a:lnTo>
                <a:lnTo>
                  <a:pt x="32996" y="32896"/>
                </a:lnTo>
                <a:lnTo>
                  <a:pt x="37063" y="26828"/>
                </a:lnTo>
                <a:lnTo>
                  <a:pt x="38531" y="19443"/>
                </a:lnTo>
                <a:lnTo>
                  <a:pt x="37063" y="12001"/>
                </a:lnTo>
                <a:lnTo>
                  <a:pt x="32996" y="5807"/>
                </a:lnTo>
                <a:lnTo>
                  <a:pt x="26835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250279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835" y="37001"/>
                </a:lnTo>
                <a:lnTo>
                  <a:pt x="32996" y="32851"/>
                </a:lnTo>
                <a:lnTo>
                  <a:pt x="37063" y="26678"/>
                </a:lnTo>
                <a:lnTo>
                  <a:pt x="38531" y="19088"/>
                </a:lnTo>
                <a:lnTo>
                  <a:pt x="37063" y="11546"/>
                </a:lnTo>
                <a:lnTo>
                  <a:pt x="32996" y="5491"/>
                </a:lnTo>
                <a:lnTo>
                  <a:pt x="26835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250279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835" y="36961"/>
                </a:lnTo>
                <a:lnTo>
                  <a:pt x="32996" y="32724"/>
                </a:lnTo>
                <a:lnTo>
                  <a:pt x="37063" y="26530"/>
                </a:lnTo>
                <a:lnTo>
                  <a:pt x="38531" y="19088"/>
                </a:lnTo>
                <a:lnTo>
                  <a:pt x="37063" y="11546"/>
                </a:lnTo>
                <a:lnTo>
                  <a:pt x="32996" y="5491"/>
                </a:lnTo>
                <a:lnTo>
                  <a:pt x="26835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250279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835" y="36693"/>
                </a:lnTo>
                <a:lnTo>
                  <a:pt x="32996" y="32705"/>
                </a:lnTo>
                <a:lnTo>
                  <a:pt x="37063" y="26760"/>
                </a:lnTo>
                <a:lnTo>
                  <a:pt x="38531" y="19430"/>
                </a:lnTo>
                <a:lnTo>
                  <a:pt x="37063" y="11690"/>
                </a:lnTo>
                <a:lnTo>
                  <a:pt x="32996" y="5534"/>
                </a:lnTo>
                <a:lnTo>
                  <a:pt x="26835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250279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835" y="37011"/>
                </a:lnTo>
                <a:lnTo>
                  <a:pt x="32996" y="32858"/>
                </a:lnTo>
                <a:lnTo>
                  <a:pt x="37063" y="26680"/>
                </a:lnTo>
                <a:lnTo>
                  <a:pt x="38531" y="19088"/>
                </a:lnTo>
                <a:lnTo>
                  <a:pt x="37063" y="11701"/>
                </a:lnTo>
                <a:lnTo>
                  <a:pt x="32996" y="5629"/>
                </a:lnTo>
                <a:lnTo>
                  <a:pt x="26835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250279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835" y="37056"/>
                </a:lnTo>
                <a:lnTo>
                  <a:pt x="32996" y="33027"/>
                </a:lnTo>
                <a:lnTo>
                  <a:pt x="37063" y="26973"/>
                </a:lnTo>
                <a:lnTo>
                  <a:pt x="38531" y="19430"/>
                </a:lnTo>
                <a:lnTo>
                  <a:pt x="37063" y="11840"/>
                </a:lnTo>
                <a:lnTo>
                  <a:pt x="32996" y="5667"/>
                </a:lnTo>
                <a:lnTo>
                  <a:pt x="26835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250279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835" y="36949"/>
                </a:lnTo>
                <a:lnTo>
                  <a:pt x="32996" y="32712"/>
                </a:lnTo>
                <a:lnTo>
                  <a:pt x="37063" y="26517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3239861" y="9124912"/>
            <a:ext cx="38100" cy="19050"/>
          </a:xfrm>
          <a:custGeom>
            <a:avLst/>
            <a:gdLst/>
            <a:ahLst/>
            <a:cxnLst/>
            <a:rect l="l" t="t" r="r" b="b"/>
            <a:pathLst>
              <a:path w="38100" h="19050">
                <a:moveTo>
                  <a:pt x="19293" y="0"/>
                </a:moveTo>
                <a:lnTo>
                  <a:pt x="11553" y="1530"/>
                </a:lnTo>
                <a:lnTo>
                  <a:pt x="5396" y="5680"/>
                </a:lnTo>
                <a:lnTo>
                  <a:pt x="1330" y="11853"/>
                </a:lnTo>
                <a:lnTo>
                  <a:pt x="0" y="18732"/>
                </a:lnTo>
                <a:lnTo>
                  <a:pt x="37876" y="18732"/>
                </a:lnTo>
                <a:lnTo>
                  <a:pt x="36556" y="11853"/>
                </a:lnTo>
                <a:lnTo>
                  <a:pt x="32568" y="5680"/>
                </a:lnTo>
                <a:lnTo>
                  <a:pt x="26622" y="1530"/>
                </a:lnTo>
                <a:lnTo>
                  <a:pt x="1929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323972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4"/>
                </a:lnTo>
                <a:lnTo>
                  <a:pt x="5534" y="5629"/>
                </a:lnTo>
                <a:lnTo>
                  <a:pt x="1468" y="11701"/>
                </a:lnTo>
                <a:lnTo>
                  <a:pt x="0" y="19088"/>
                </a:lnTo>
                <a:lnTo>
                  <a:pt x="1468" y="26835"/>
                </a:lnTo>
                <a:lnTo>
                  <a:pt x="5534" y="32996"/>
                </a:lnTo>
                <a:lnTo>
                  <a:pt x="11690" y="37063"/>
                </a:lnTo>
                <a:lnTo>
                  <a:pt x="19430" y="38531"/>
                </a:lnTo>
                <a:lnTo>
                  <a:pt x="26760" y="37063"/>
                </a:lnTo>
                <a:lnTo>
                  <a:pt x="32705" y="32996"/>
                </a:lnTo>
                <a:lnTo>
                  <a:pt x="36693" y="26835"/>
                </a:lnTo>
                <a:lnTo>
                  <a:pt x="38150" y="19088"/>
                </a:lnTo>
                <a:lnTo>
                  <a:pt x="36693" y="11701"/>
                </a:lnTo>
                <a:lnTo>
                  <a:pt x="32705" y="5629"/>
                </a:lnTo>
                <a:lnTo>
                  <a:pt x="26760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323972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68"/>
                </a:lnTo>
                <a:lnTo>
                  <a:pt x="5534" y="5800"/>
                </a:lnTo>
                <a:lnTo>
                  <a:pt x="1468" y="11990"/>
                </a:lnTo>
                <a:lnTo>
                  <a:pt x="0" y="19431"/>
                </a:lnTo>
                <a:lnTo>
                  <a:pt x="1468" y="26973"/>
                </a:lnTo>
                <a:lnTo>
                  <a:pt x="5534" y="33027"/>
                </a:lnTo>
                <a:lnTo>
                  <a:pt x="11690" y="37056"/>
                </a:lnTo>
                <a:lnTo>
                  <a:pt x="19430" y="38519"/>
                </a:lnTo>
                <a:lnTo>
                  <a:pt x="26760" y="37056"/>
                </a:lnTo>
                <a:lnTo>
                  <a:pt x="32705" y="33027"/>
                </a:lnTo>
                <a:lnTo>
                  <a:pt x="36693" y="26973"/>
                </a:lnTo>
                <a:lnTo>
                  <a:pt x="38150" y="19431"/>
                </a:lnTo>
                <a:lnTo>
                  <a:pt x="36693" y="11990"/>
                </a:lnTo>
                <a:lnTo>
                  <a:pt x="32705" y="5800"/>
                </a:lnTo>
                <a:lnTo>
                  <a:pt x="26760" y="15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323972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667"/>
                </a:lnTo>
                <a:lnTo>
                  <a:pt x="5534" y="32845"/>
                </a:lnTo>
                <a:lnTo>
                  <a:pt x="11690" y="36999"/>
                </a:lnTo>
                <a:lnTo>
                  <a:pt x="19430" y="38519"/>
                </a:lnTo>
                <a:lnTo>
                  <a:pt x="26760" y="36999"/>
                </a:lnTo>
                <a:lnTo>
                  <a:pt x="32705" y="32845"/>
                </a:lnTo>
                <a:lnTo>
                  <a:pt x="36693" y="26667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323972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70"/>
                </a:lnTo>
                <a:lnTo>
                  <a:pt x="5534" y="5807"/>
                </a:lnTo>
                <a:lnTo>
                  <a:pt x="1468" y="12001"/>
                </a:lnTo>
                <a:lnTo>
                  <a:pt x="0" y="19443"/>
                </a:lnTo>
                <a:lnTo>
                  <a:pt x="1468" y="26828"/>
                </a:lnTo>
                <a:lnTo>
                  <a:pt x="5534" y="32896"/>
                </a:lnTo>
                <a:lnTo>
                  <a:pt x="11690" y="37006"/>
                </a:lnTo>
                <a:lnTo>
                  <a:pt x="19430" y="38519"/>
                </a:lnTo>
                <a:lnTo>
                  <a:pt x="26760" y="37006"/>
                </a:lnTo>
                <a:lnTo>
                  <a:pt x="32705" y="32896"/>
                </a:lnTo>
                <a:lnTo>
                  <a:pt x="36693" y="26828"/>
                </a:lnTo>
                <a:lnTo>
                  <a:pt x="38150" y="19443"/>
                </a:lnTo>
                <a:lnTo>
                  <a:pt x="36693" y="12001"/>
                </a:lnTo>
                <a:lnTo>
                  <a:pt x="32705" y="5807"/>
                </a:lnTo>
                <a:lnTo>
                  <a:pt x="26760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323972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672"/>
                </a:lnTo>
                <a:lnTo>
                  <a:pt x="5534" y="32850"/>
                </a:lnTo>
                <a:lnTo>
                  <a:pt x="11690" y="37000"/>
                </a:lnTo>
                <a:lnTo>
                  <a:pt x="19430" y="38519"/>
                </a:lnTo>
                <a:lnTo>
                  <a:pt x="26760" y="37000"/>
                </a:lnTo>
                <a:lnTo>
                  <a:pt x="32705" y="32850"/>
                </a:lnTo>
                <a:lnTo>
                  <a:pt x="36693" y="26672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323972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70"/>
                </a:lnTo>
                <a:lnTo>
                  <a:pt x="5534" y="5807"/>
                </a:lnTo>
                <a:lnTo>
                  <a:pt x="1468" y="12001"/>
                </a:lnTo>
                <a:lnTo>
                  <a:pt x="0" y="19443"/>
                </a:lnTo>
                <a:lnTo>
                  <a:pt x="1468" y="26828"/>
                </a:lnTo>
                <a:lnTo>
                  <a:pt x="5534" y="32896"/>
                </a:lnTo>
                <a:lnTo>
                  <a:pt x="11690" y="37006"/>
                </a:lnTo>
                <a:lnTo>
                  <a:pt x="19430" y="38519"/>
                </a:lnTo>
                <a:lnTo>
                  <a:pt x="26760" y="37006"/>
                </a:lnTo>
                <a:lnTo>
                  <a:pt x="32705" y="32896"/>
                </a:lnTo>
                <a:lnTo>
                  <a:pt x="36693" y="26828"/>
                </a:lnTo>
                <a:lnTo>
                  <a:pt x="38150" y="19443"/>
                </a:lnTo>
                <a:lnTo>
                  <a:pt x="36693" y="12001"/>
                </a:lnTo>
                <a:lnTo>
                  <a:pt x="32705" y="5807"/>
                </a:lnTo>
                <a:lnTo>
                  <a:pt x="26760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323972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2"/>
                </a:lnTo>
                <a:lnTo>
                  <a:pt x="5534" y="5491"/>
                </a:lnTo>
                <a:lnTo>
                  <a:pt x="1468" y="11546"/>
                </a:lnTo>
                <a:lnTo>
                  <a:pt x="0" y="19088"/>
                </a:lnTo>
                <a:lnTo>
                  <a:pt x="1468" y="26678"/>
                </a:lnTo>
                <a:lnTo>
                  <a:pt x="5534" y="32851"/>
                </a:lnTo>
                <a:lnTo>
                  <a:pt x="11690" y="37001"/>
                </a:lnTo>
                <a:lnTo>
                  <a:pt x="19430" y="38519"/>
                </a:lnTo>
                <a:lnTo>
                  <a:pt x="26760" y="37001"/>
                </a:lnTo>
                <a:lnTo>
                  <a:pt x="32705" y="32851"/>
                </a:lnTo>
                <a:lnTo>
                  <a:pt x="36693" y="26678"/>
                </a:lnTo>
                <a:lnTo>
                  <a:pt x="38150" y="19088"/>
                </a:lnTo>
                <a:lnTo>
                  <a:pt x="36693" y="11546"/>
                </a:lnTo>
                <a:lnTo>
                  <a:pt x="32705" y="5491"/>
                </a:lnTo>
                <a:lnTo>
                  <a:pt x="26760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323972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2"/>
                </a:lnTo>
                <a:lnTo>
                  <a:pt x="5534" y="5491"/>
                </a:lnTo>
                <a:lnTo>
                  <a:pt x="1468" y="11546"/>
                </a:lnTo>
                <a:lnTo>
                  <a:pt x="0" y="19088"/>
                </a:lnTo>
                <a:lnTo>
                  <a:pt x="1468" y="26530"/>
                </a:lnTo>
                <a:lnTo>
                  <a:pt x="5534" y="32724"/>
                </a:lnTo>
                <a:lnTo>
                  <a:pt x="11690" y="36961"/>
                </a:lnTo>
                <a:lnTo>
                  <a:pt x="19430" y="38531"/>
                </a:lnTo>
                <a:lnTo>
                  <a:pt x="26760" y="36961"/>
                </a:lnTo>
                <a:lnTo>
                  <a:pt x="32705" y="32724"/>
                </a:lnTo>
                <a:lnTo>
                  <a:pt x="36693" y="26530"/>
                </a:lnTo>
                <a:lnTo>
                  <a:pt x="38150" y="19088"/>
                </a:lnTo>
                <a:lnTo>
                  <a:pt x="36693" y="11546"/>
                </a:lnTo>
                <a:lnTo>
                  <a:pt x="32705" y="5491"/>
                </a:lnTo>
                <a:lnTo>
                  <a:pt x="26760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323972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8"/>
                </a:lnTo>
                <a:lnTo>
                  <a:pt x="5534" y="5534"/>
                </a:lnTo>
                <a:lnTo>
                  <a:pt x="1468" y="11690"/>
                </a:lnTo>
                <a:lnTo>
                  <a:pt x="0" y="19430"/>
                </a:lnTo>
                <a:lnTo>
                  <a:pt x="1468" y="26760"/>
                </a:lnTo>
                <a:lnTo>
                  <a:pt x="5534" y="32705"/>
                </a:lnTo>
                <a:lnTo>
                  <a:pt x="11690" y="36693"/>
                </a:lnTo>
                <a:lnTo>
                  <a:pt x="19430" y="38150"/>
                </a:lnTo>
                <a:lnTo>
                  <a:pt x="26760" y="36693"/>
                </a:lnTo>
                <a:lnTo>
                  <a:pt x="32705" y="32705"/>
                </a:lnTo>
                <a:lnTo>
                  <a:pt x="36693" y="26760"/>
                </a:lnTo>
                <a:lnTo>
                  <a:pt x="38150" y="19430"/>
                </a:lnTo>
                <a:lnTo>
                  <a:pt x="36693" y="11690"/>
                </a:lnTo>
                <a:lnTo>
                  <a:pt x="32705" y="5534"/>
                </a:lnTo>
                <a:lnTo>
                  <a:pt x="26760" y="14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323972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4"/>
                </a:lnTo>
                <a:lnTo>
                  <a:pt x="5534" y="5629"/>
                </a:lnTo>
                <a:lnTo>
                  <a:pt x="1468" y="11701"/>
                </a:lnTo>
                <a:lnTo>
                  <a:pt x="0" y="19088"/>
                </a:lnTo>
                <a:lnTo>
                  <a:pt x="1468" y="26680"/>
                </a:lnTo>
                <a:lnTo>
                  <a:pt x="5534" y="32858"/>
                </a:lnTo>
                <a:lnTo>
                  <a:pt x="11690" y="37011"/>
                </a:lnTo>
                <a:lnTo>
                  <a:pt x="19430" y="38531"/>
                </a:lnTo>
                <a:lnTo>
                  <a:pt x="26760" y="37011"/>
                </a:lnTo>
                <a:lnTo>
                  <a:pt x="32705" y="32858"/>
                </a:lnTo>
                <a:lnTo>
                  <a:pt x="36693" y="26680"/>
                </a:lnTo>
                <a:lnTo>
                  <a:pt x="38150" y="19088"/>
                </a:lnTo>
                <a:lnTo>
                  <a:pt x="36693" y="11701"/>
                </a:lnTo>
                <a:lnTo>
                  <a:pt x="32705" y="5629"/>
                </a:lnTo>
                <a:lnTo>
                  <a:pt x="26760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323972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8"/>
                </a:lnTo>
                <a:lnTo>
                  <a:pt x="5534" y="5667"/>
                </a:lnTo>
                <a:lnTo>
                  <a:pt x="1468" y="11840"/>
                </a:lnTo>
                <a:lnTo>
                  <a:pt x="0" y="19430"/>
                </a:lnTo>
                <a:lnTo>
                  <a:pt x="1468" y="26973"/>
                </a:lnTo>
                <a:lnTo>
                  <a:pt x="5534" y="33027"/>
                </a:lnTo>
                <a:lnTo>
                  <a:pt x="11690" y="37056"/>
                </a:lnTo>
                <a:lnTo>
                  <a:pt x="19430" y="38519"/>
                </a:lnTo>
                <a:lnTo>
                  <a:pt x="26760" y="37056"/>
                </a:lnTo>
                <a:lnTo>
                  <a:pt x="32705" y="33027"/>
                </a:lnTo>
                <a:lnTo>
                  <a:pt x="36693" y="26973"/>
                </a:lnTo>
                <a:lnTo>
                  <a:pt x="38150" y="19430"/>
                </a:lnTo>
                <a:lnTo>
                  <a:pt x="36693" y="11840"/>
                </a:lnTo>
                <a:lnTo>
                  <a:pt x="32705" y="5667"/>
                </a:lnTo>
                <a:lnTo>
                  <a:pt x="26760" y="151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323972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517"/>
                </a:lnTo>
                <a:lnTo>
                  <a:pt x="5534" y="32712"/>
                </a:lnTo>
                <a:lnTo>
                  <a:pt x="11690" y="36949"/>
                </a:lnTo>
                <a:lnTo>
                  <a:pt x="19430" y="38519"/>
                </a:lnTo>
                <a:lnTo>
                  <a:pt x="26760" y="36949"/>
                </a:lnTo>
                <a:lnTo>
                  <a:pt x="32705" y="32712"/>
                </a:lnTo>
                <a:lnTo>
                  <a:pt x="36693" y="26517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397641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874" y="11853"/>
                </a:lnTo>
                <a:lnTo>
                  <a:pt x="32721" y="5680"/>
                </a:lnTo>
                <a:lnTo>
                  <a:pt x="26543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397627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80" y="37063"/>
                </a:lnTo>
                <a:lnTo>
                  <a:pt x="32858" y="32996"/>
                </a:lnTo>
                <a:lnTo>
                  <a:pt x="37011" y="26835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397627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1"/>
                </a:lnTo>
                <a:lnTo>
                  <a:pt x="37011" y="11990"/>
                </a:lnTo>
                <a:lnTo>
                  <a:pt x="32858" y="5800"/>
                </a:lnTo>
                <a:lnTo>
                  <a:pt x="26680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397627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80" y="36999"/>
                </a:lnTo>
                <a:lnTo>
                  <a:pt x="32858" y="32845"/>
                </a:lnTo>
                <a:lnTo>
                  <a:pt x="37011" y="2666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397627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397627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80" y="37000"/>
                </a:lnTo>
                <a:lnTo>
                  <a:pt x="32858" y="32850"/>
                </a:lnTo>
                <a:lnTo>
                  <a:pt x="37011" y="26672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397627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397627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80" y="37001"/>
                </a:lnTo>
                <a:lnTo>
                  <a:pt x="32858" y="32851"/>
                </a:lnTo>
                <a:lnTo>
                  <a:pt x="37011" y="26678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397627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80" y="36961"/>
                </a:lnTo>
                <a:lnTo>
                  <a:pt x="32858" y="32724"/>
                </a:lnTo>
                <a:lnTo>
                  <a:pt x="37011" y="26530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397627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80" y="36693"/>
                </a:lnTo>
                <a:lnTo>
                  <a:pt x="32858" y="32705"/>
                </a:lnTo>
                <a:lnTo>
                  <a:pt x="37011" y="26760"/>
                </a:lnTo>
                <a:lnTo>
                  <a:pt x="38531" y="19430"/>
                </a:lnTo>
                <a:lnTo>
                  <a:pt x="37011" y="11690"/>
                </a:lnTo>
                <a:lnTo>
                  <a:pt x="32858" y="5534"/>
                </a:lnTo>
                <a:lnTo>
                  <a:pt x="26680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397627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80" y="37011"/>
                </a:lnTo>
                <a:lnTo>
                  <a:pt x="32858" y="32858"/>
                </a:lnTo>
                <a:lnTo>
                  <a:pt x="37011" y="26680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397627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0"/>
                </a:lnTo>
                <a:lnTo>
                  <a:pt x="37011" y="11840"/>
                </a:lnTo>
                <a:lnTo>
                  <a:pt x="32858" y="5667"/>
                </a:lnTo>
                <a:lnTo>
                  <a:pt x="26680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397627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80" y="36949"/>
                </a:lnTo>
                <a:lnTo>
                  <a:pt x="32858" y="32712"/>
                </a:lnTo>
                <a:lnTo>
                  <a:pt x="37011" y="2651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4712977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5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471283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471283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471283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471283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471283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471283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471283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471283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471283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471283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471283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471283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5449539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09" y="11853"/>
                </a:lnTo>
                <a:lnTo>
                  <a:pt x="32576" y="5680"/>
                </a:lnTo>
                <a:lnTo>
                  <a:pt x="26386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5449398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528" y="37063"/>
                </a:lnTo>
                <a:lnTo>
                  <a:pt x="32718" y="32996"/>
                </a:lnTo>
                <a:lnTo>
                  <a:pt x="36951" y="26835"/>
                </a:lnTo>
                <a:lnTo>
                  <a:pt x="38519" y="19088"/>
                </a:lnTo>
                <a:lnTo>
                  <a:pt x="36951" y="11701"/>
                </a:lnTo>
                <a:lnTo>
                  <a:pt x="32718" y="5629"/>
                </a:lnTo>
                <a:lnTo>
                  <a:pt x="2652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5449398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528" y="37056"/>
                </a:lnTo>
                <a:lnTo>
                  <a:pt x="32718" y="33027"/>
                </a:lnTo>
                <a:lnTo>
                  <a:pt x="36951" y="26973"/>
                </a:lnTo>
                <a:lnTo>
                  <a:pt x="38519" y="19431"/>
                </a:lnTo>
                <a:lnTo>
                  <a:pt x="36951" y="11990"/>
                </a:lnTo>
                <a:lnTo>
                  <a:pt x="32718" y="5800"/>
                </a:lnTo>
                <a:lnTo>
                  <a:pt x="2652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5449398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528" y="36999"/>
                </a:lnTo>
                <a:lnTo>
                  <a:pt x="32718" y="32845"/>
                </a:lnTo>
                <a:lnTo>
                  <a:pt x="36951" y="26667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5449398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528" y="37006"/>
                </a:lnTo>
                <a:lnTo>
                  <a:pt x="32718" y="32896"/>
                </a:lnTo>
                <a:lnTo>
                  <a:pt x="36951" y="26828"/>
                </a:lnTo>
                <a:lnTo>
                  <a:pt x="38519" y="19443"/>
                </a:lnTo>
                <a:lnTo>
                  <a:pt x="36951" y="12001"/>
                </a:lnTo>
                <a:lnTo>
                  <a:pt x="32718" y="5807"/>
                </a:lnTo>
                <a:lnTo>
                  <a:pt x="2652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5449398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528" y="37000"/>
                </a:lnTo>
                <a:lnTo>
                  <a:pt x="32718" y="32850"/>
                </a:lnTo>
                <a:lnTo>
                  <a:pt x="36951" y="26672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5449398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528" y="37006"/>
                </a:lnTo>
                <a:lnTo>
                  <a:pt x="32718" y="32896"/>
                </a:lnTo>
                <a:lnTo>
                  <a:pt x="36951" y="26828"/>
                </a:lnTo>
                <a:lnTo>
                  <a:pt x="38519" y="19443"/>
                </a:lnTo>
                <a:lnTo>
                  <a:pt x="36951" y="12001"/>
                </a:lnTo>
                <a:lnTo>
                  <a:pt x="32718" y="5807"/>
                </a:lnTo>
                <a:lnTo>
                  <a:pt x="2652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5449398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528" y="37001"/>
                </a:lnTo>
                <a:lnTo>
                  <a:pt x="32718" y="32851"/>
                </a:lnTo>
                <a:lnTo>
                  <a:pt x="36951" y="26678"/>
                </a:lnTo>
                <a:lnTo>
                  <a:pt x="38519" y="19088"/>
                </a:lnTo>
                <a:lnTo>
                  <a:pt x="36951" y="11546"/>
                </a:lnTo>
                <a:lnTo>
                  <a:pt x="32718" y="5491"/>
                </a:lnTo>
                <a:lnTo>
                  <a:pt x="2652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5449398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528" y="36961"/>
                </a:lnTo>
                <a:lnTo>
                  <a:pt x="32718" y="32724"/>
                </a:lnTo>
                <a:lnTo>
                  <a:pt x="36951" y="26530"/>
                </a:lnTo>
                <a:lnTo>
                  <a:pt x="38519" y="19088"/>
                </a:lnTo>
                <a:lnTo>
                  <a:pt x="36951" y="11546"/>
                </a:lnTo>
                <a:lnTo>
                  <a:pt x="32718" y="5491"/>
                </a:lnTo>
                <a:lnTo>
                  <a:pt x="2652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5449398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528" y="36693"/>
                </a:lnTo>
                <a:lnTo>
                  <a:pt x="32718" y="32705"/>
                </a:lnTo>
                <a:lnTo>
                  <a:pt x="36951" y="26760"/>
                </a:lnTo>
                <a:lnTo>
                  <a:pt x="38519" y="19430"/>
                </a:lnTo>
                <a:lnTo>
                  <a:pt x="36951" y="11690"/>
                </a:lnTo>
                <a:lnTo>
                  <a:pt x="32718" y="5534"/>
                </a:lnTo>
                <a:lnTo>
                  <a:pt x="2652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5449398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528" y="37011"/>
                </a:lnTo>
                <a:lnTo>
                  <a:pt x="32718" y="32858"/>
                </a:lnTo>
                <a:lnTo>
                  <a:pt x="36951" y="26680"/>
                </a:lnTo>
                <a:lnTo>
                  <a:pt x="38519" y="19088"/>
                </a:lnTo>
                <a:lnTo>
                  <a:pt x="36951" y="11701"/>
                </a:lnTo>
                <a:lnTo>
                  <a:pt x="32718" y="5629"/>
                </a:lnTo>
                <a:lnTo>
                  <a:pt x="2652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5449398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528" y="37056"/>
                </a:lnTo>
                <a:lnTo>
                  <a:pt x="32718" y="33027"/>
                </a:lnTo>
                <a:lnTo>
                  <a:pt x="36951" y="26973"/>
                </a:lnTo>
                <a:lnTo>
                  <a:pt x="38519" y="19430"/>
                </a:lnTo>
                <a:lnTo>
                  <a:pt x="36951" y="11840"/>
                </a:lnTo>
                <a:lnTo>
                  <a:pt x="32718" y="5667"/>
                </a:lnTo>
                <a:lnTo>
                  <a:pt x="2652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5449398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528" y="36949"/>
                </a:lnTo>
                <a:lnTo>
                  <a:pt x="32718" y="32712"/>
                </a:lnTo>
                <a:lnTo>
                  <a:pt x="36951" y="26517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618610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3" y="1530"/>
                </a:lnTo>
                <a:lnTo>
                  <a:pt x="5526" y="5680"/>
                </a:lnTo>
                <a:lnTo>
                  <a:pt x="1375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6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61859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4"/>
                </a:lnTo>
                <a:lnTo>
                  <a:pt x="5668" y="5629"/>
                </a:lnTo>
                <a:lnTo>
                  <a:pt x="1518" y="11701"/>
                </a:lnTo>
                <a:lnTo>
                  <a:pt x="0" y="19088"/>
                </a:lnTo>
                <a:lnTo>
                  <a:pt x="1518" y="26835"/>
                </a:lnTo>
                <a:lnTo>
                  <a:pt x="5668" y="32996"/>
                </a:lnTo>
                <a:lnTo>
                  <a:pt x="11846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61859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68"/>
                </a:lnTo>
                <a:lnTo>
                  <a:pt x="5668" y="5800"/>
                </a:lnTo>
                <a:lnTo>
                  <a:pt x="1518" y="11990"/>
                </a:lnTo>
                <a:lnTo>
                  <a:pt x="0" y="19431"/>
                </a:lnTo>
                <a:lnTo>
                  <a:pt x="1518" y="26973"/>
                </a:lnTo>
                <a:lnTo>
                  <a:pt x="5668" y="33027"/>
                </a:lnTo>
                <a:lnTo>
                  <a:pt x="11846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61859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667"/>
                </a:lnTo>
                <a:lnTo>
                  <a:pt x="5668" y="32845"/>
                </a:lnTo>
                <a:lnTo>
                  <a:pt x="11846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61859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70"/>
                </a:lnTo>
                <a:lnTo>
                  <a:pt x="5668" y="5807"/>
                </a:lnTo>
                <a:lnTo>
                  <a:pt x="1518" y="12001"/>
                </a:lnTo>
                <a:lnTo>
                  <a:pt x="0" y="19443"/>
                </a:lnTo>
                <a:lnTo>
                  <a:pt x="1518" y="26828"/>
                </a:lnTo>
                <a:lnTo>
                  <a:pt x="5668" y="32896"/>
                </a:lnTo>
                <a:lnTo>
                  <a:pt x="11846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61859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672"/>
                </a:lnTo>
                <a:lnTo>
                  <a:pt x="5668" y="32850"/>
                </a:lnTo>
                <a:lnTo>
                  <a:pt x="11846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61859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70"/>
                </a:lnTo>
                <a:lnTo>
                  <a:pt x="5668" y="5807"/>
                </a:lnTo>
                <a:lnTo>
                  <a:pt x="1518" y="12001"/>
                </a:lnTo>
                <a:lnTo>
                  <a:pt x="0" y="19443"/>
                </a:lnTo>
                <a:lnTo>
                  <a:pt x="1518" y="26828"/>
                </a:lnTo>
                <a:lnTo>
                  <a:pt x="5668" y="32896"/>
                </a:lnTo>
                <a:lnTo>
                  <a:pt x="11846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61859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2"/>
                </a:lnTo>
                <a:lnTo>
                  <a:pt x="5668" y="5491"/>
                </a:lnTo>
                <a:lnTo>
                  <a:pt x="1518" y="11546"/>
                </a:lnTo>
                <a:lnTo>
                  <a:pt x="0" y="19088"/>
                </a:lnTo>
                <a:lnTo>
                  <a:pt x="1518" y="26678"/>
                </a:lnTo>
                <a:lnTo>
                  <a:pt x="5668" y="32851"/>
                </a:lnTo>
                <a:lnTo>
                  <a:pt x="11846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61859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2"/>
                </a:lnTo>
                <a:lnTo>
                  <a:pt x="5668" y="5491"/>
                </a:lnTo>
                <a:lnTo>
                  <a:pt x="1518" y="11546"/>
                </a:lnTo>
                <a:lnTo>
                  <a:pt x="0" y="19088"/>
                </a:lnTo>
                <a:lnTo>
                  <a:pt x="1518" y="26530"/>
                </a:lnTo>
                <a:lnTo>
                  <a:pt x="5668" y="32724"/>
                </a:lnTo>
                <a:lnTo>
                  <a:pt x="11846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61859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8"/>
                </a:lnTo>
                <a:lnTo>
                  <a:pt x="5668" y="5534"/>
                </a:lnTo>
                <a:lnTo>
                  <a:pt x="1518" y="11690"/>
                </a:lnTo>
                <a:lnTo>
                  <a:pt x="0" y="19430"/>
                </a:lnTo>
                <a:lnTo>
                  <a:pt x="1518" y="26760"/>
                </a:lnTo>
                <a:lnTo>
                  <a:pt x="5668" y="32705"/>
                </a:lnTo>
                <a:lnTo>
                  <a:pt x="11846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161859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4"/>
                </a:lnTo>
                <a:lnTo>
                  <a:pt x="5668" y="5629"/>
                </a:lnTo>
                <a:lnTo>
                  <a:pt x="1518" y="11701"/>
                </a:lnTo>
                <a:lnTo>
                  <a:pt x="0" y="19088"/>
                </a:lnTo>
                <a:lnTo>
                  <a:pt x="1518" y="26680"/>
                </a:lnTo>
                <a:lnTo>
                  <a:pt x="5668" y="32858"/>
                </a:lnTo>
                <a:lnTo>
                  <a:pt x="11846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161859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8"/>
                </a:lnTo>
                <a:lnTo>
                  <a:pt x="5668" y="5667"/>
                </a:lnTo>
                <a:lnTo>
                  <a:pt x="1518" y="11840"/>
                </a:lnTo>
                <a:lnTo>
                  <a:pt x="0" y="19430"/>
                </a:lnTo>
                <a:lnTo>
                  <a:pt x="1518" y="26973"/>
                </a:lnTo>
                <a:lnTo>
                  <a:pt x="5668" y="33027"/>
                </a:lnTo>
                <a:lnTo>
                  <a:pt x="11846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161859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517"/>
                </a:lnTo>
                <a:lnTo>
                  <a:pt x="5668" y="32712"/>
                </a:lnTo>
                <a:lnTo>
                  <a:pt x="11846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0" name="object 300"/>
          <p:cNvGrpSpPr/>
          <p:nvPr/>
        </p:nvGrpSpPr>
        <p:grpSpPr>
          <a:xfrm>
            <a:off x="0" y="12"/>
            <a:ext cx="76835" cy="9144635"/>
            <a:chOff x="0" y="12"/>
            <a:chExt cx="76835" cy="9144635"/>
          </a:xfrm>
        </p:grpSpPr>
        <p:sp>
          <p:nvSpPr>
            <p:cNvPr id="301" name="object 301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8A6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0" y="8765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1C5A7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4C2A9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0" y="8399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6BFAA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0" y="8216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9BDAC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BBA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0" y="7850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EB7AE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0B4B0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0" y="7485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3B1B1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0" y="7302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5AEB3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8ABB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0" y="6936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AA9B5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DA6B7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0" y="65707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FA3B8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0" y="63878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2A0BA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0" y="62049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49DBB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79ABC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997BE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C95B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0" y="54734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E92C1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0" y="5290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18FC2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38CC3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689C5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0" y="47419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886C6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B83C8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D80C9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0" y="4193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F7ECA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0" y="4010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27BCC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0" y="3827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478C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775C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972D0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0" y="3278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C6FD1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E6CD3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0" y="2913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16AD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367D6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0" y="2547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664D7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861D8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0" y="21816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B5EDA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D5BDB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0" y="18158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058D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256DE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0" y="14500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653D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750E1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0" y="1084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A4DE2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C4AE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0" y="718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F47E5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0" y="5356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144E6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442E8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0" y="1699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63FE9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0" y="12"/>
              <a:ext cx="76835" cy="183515"/>
            </a:xfrm>
            <a:custGeom>
              <a:avLst/>
              <a:gdLst/>
              <a:ahLst/>
              <a:cxnLst/>
              <a:rect l="l" t="t" r="r" b="b"/>
              <a:pathLst>
                <a:path w="76835" h="183515">
                  <a:moveTo>
                    <a:pt x="0" y="183222"/>
                  </a:moveTo>
                  <a:lnTo>
                    <a:pt x="76314" y="183222"/>
                  </a:lnTo>
                  <a:lnTo>
                    <a:pt x="76314" y="0"/>
                  </a:lnTo>
                  <a:lnTo>
                    <a:pt x="0" y="0"/>
                  </a:lnTo>
                  <a:lnTo>
                    <a:pt x="0" y="183222"/>
                  </a:lnTo>
                  <a:close/>
                </a:path>
              </a:pathLst>
            </a:custGeom>
            <a:solidFill>
              <a:srgbClr val="793CEB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1" name="object 351"/>
          <p:cNvSpPr/>
          <p:nvPr/>
        </p:nvSpPr>
        <p:spPr>
          <a:xfrm>
            <a:off x="1143000" y="4686122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 txBox="1"/>
          <p:nvPr/>
        </p:nvSpPr>
        <p:spPr>
          <a:xfrm>
            <a:off x="1089621" y="3774602"/>
            <a:ext cx="5321935" cy="79629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00" spc="75" dirty="0">
                <a:solidFill>
                  <a:srgbClr val="FFFFFF"/>
                </a:solidFill>
                <a:latin typeface="Arial MT"/>
                <a:cs typeface="Arial MT"/>
              </a:rPr>
              <a:t>India's</a:t>
            </a:r>
            <a:r>
              <a:rPr sz="2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75" dirty="0">
                <a:solidFill>
                  <a:srgbClr val="FFFFFF"/>
                </a:solidFill>
                <a:latin typeface="Arial MT"/>
                <a:cs typeface="Arial MT"/>
              </a:rPr>
              <a:t>Unified</a:t>
            </a:r>
            <a:r>
              <a:rPr sz="22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50" dirty="0">
                <a:solidFill>
                  <a:srgbClr val="00C8A6"/>
                </a:solidFill>
                <a:latin typeface="Arial MT"/>
                <a:cs typeface="Arial MT"/>
              </a:rPr>
              <a:t>Healthcare</a:t>
            </a:r>
            <a:r>
              <a:rPr sz="2200" spc="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2200" spc="70" dirty="0">
                <a:solidFill>
                  <a:srgbClr val="00C8A6"/>
                </a:solidFill>
                <a:latin typeface="Arial MT"/>
                <a:cs typeface="Arial MT"/>
              </a:rPr>
              <a:t>Infrastructure</a:t>
            </a:r>
            <a:endParaRPr sz="2200">
              <a:latin typeface="Arial MT"/>
              <a:cs typeface="Arial MT"/>
            </a:endParaRPr>
          </a:p>
          <a:p>
            <a:pPr marL="53340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solidFill>
                  <a:srgbClr val="8A939D"/>
                </a:solidFill>
                <a:latin typeface="Arial MT"/>
                <a:cs typeface="Arial MT"/>
              </a:rPr>
              <a:t>Any</a:t>
            </a:r>
            <a:r>
              <a:rPr sz="14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8A939D"/>
                </a:solidFill>
                <a:latin typeface="Arial MT"/>
                <a:cs typeface="Arial MT"/>
              </a:rPr>
              <a:t>patient.</a:t>
            </a:r>
            <a:r>
              <a:rPr sz="14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8A939D"/>
                </a:solidFill>
                <a:latin typeface="Arial MT"/>
                <a:cs typeface="Arial MT"/>
              </a:rPr>
              <a:t>Any setting.</a:t>
            </a:r>
            <a:r>
              <a:rPr sz="14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8A939D"/>
                </a:solidFill>
                <a:latin typeface="Arial MT"/>
                <a:cs typeface="Arial MT"/>
              </a:rPr>
              <a:t>Zero </a:t>
            </a:r>
            <a:r>
              <a:rPr sz="1400" spc="-10" dirty="0">
                <a:solidFill>
                  <a:srgbClr val="8A939D"/>
                </a:solidFill>
                <a:latin typeface="Arial MT"/>
                <a:cs typeface="Arial MT"/>
              </a:rPr>
              <a:t>internet.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3" name="object 353"/>
          <p:cNvSpPr txBox="1"/>
          <p:nvPr/>
        </p:nvSpPr>
        <p:spPr>
          <a:xfrm>
            <a:off x="1104900" y="4719129"/>
            <a:ext cx="304736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250"/>
              </a:lnSpc>
              <a:spcBef>
                <a:spcPts val="100"/>
              </a:spcBef>
              <a:tabLst>
                <a:tab pos="2080895" algn="l"/>
              </a:tabLst>
            </a:pPr>
            <a:r>
              <a:rPr sz="2000" spc="100" dirty="0">
                <a:solidFill>
                  <a:srgbClr val="00C8A6"/>
                </a:solidFill>
                <a:latin typeface="Arial MT"/>
                <a:cs typeface="Arial MT"/>
              </a:rPr>
              <a:t>Any</a:t>
            </a:r>
            <a:r>
              <a:rPr sz="2000" spc="1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2000" spc="45" dirty="0">
                <a:solidFill>
                  <a:srgbClr val="00C8A6"/>
                </a:solidFill>
                <a:latin typeface="Arial MT"/>
                <a:cs typeface="Arial MT"/>
              </a:rPr>
              <a:t>Patient</a:t>
            </a:r>
            <a:r>
              <a:rPr sz="2000" dirty="0">
                <a:solidFill>
                  <a:srgbClr val="00C8A6"/>
                </a:solidFill>
                <a:latin typeface="Arial MT"/>
                <a:cs typeface="Arial MT"/>
              </a:rPr>
              <a:t>	&lt;30</a:t>
            </a:r>
            <a:r>
              <a:rPr sz="2000" spc="-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2000" spc="45" dirty="0">
                <a:solidFill>
                  <a:srgbClr val="00C8A6"/>
                </a:solidFill>
                <a:latin typeface="Arial MT"/>
                <a:cs typeface="Arial MT"/>
              </a:rPr>
              <a:t>sec</a:t>
            </a:r>
            <a:endParaRPr sz="2000">
              <a:latin typeface="Arial MT"/>
              <a:cs typeface="Arial MT"/>
            </a:endParaRPr>
          </a:p>
          <a:p>
            <a:pPr marL="38100">
              <a:lnSpc>
                <a:spcPts val="930"/>
              </a:lnSpc>
              <a:tabLst>
                <a:tab pos="2094864" algn="l"/>
              </a:tabLst>
            </a:pPr>
            <a:r>
              <a:rPr sz="1350" baseline="-15432" dirty="0">
                <a:solidFill>
                  <a:srgbClr val="8A939D"/>
                </a:solidFill>
                <a:latin typeface="Arial MT"/>
                <a:cs typeface="Arial MT"/>
              </a:rPr>
              <a:t>Any</a:t>
            </a:r>
            <a:r>
              <a:rPr sz="1350" spc="-7" baseline="-15432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50" spc="-15" baseline="-15432" dirty="0">
                <a:solidFill>
                  <a:srgbClr val="8A939D"/>
                </a:solidFill>
                <a:latin typeface="Arial MT"/>
                <a:cs typeface="Arial MT"/>
              </a:rPr>
              <a:t>Setting</a:t>
            </a:r>
            <a:r>
              <a:rPr sz="1350" baseline="-15432" dirty="0">
                <a:solidFill>
                  <a:srgbClr val="8A939D"/>
                </a:solidFill>
                <a:latin typeface="Arial MT"/>
                <a:cs typeface="Arial MT"/>
              </a:rPr>
              <a:t>	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SOS to</a:t>
            </a:r>
            <a:r>
              <a:rPr sz="9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Alert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4787900" y="4693932"/>
            <a:ext cx="824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C8A6"/>
                </a:solidFill>
                <a:latin typeface="Arial MT"/>
                <a:cs typeface="Arial MT"/>
              </a:rPr>
              <a:t>10km+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4787900" y="4985905"/>
            <a:ext cx="7454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Mesh Per </a:t>
            </a:r>
            <a:r>
              <a:rPr sz="900" spc="-25" dirty="0">
                <a:solidFill>
                  <a:srgbClr val="8A939D"/>
                </a:solidFill>
                <a:latin typeface="Arial MT"/>
                <a:cs typeface="Arial MT"/>
              </a:rPr>
              <a:t>GW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6845300" y="471912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00C8A6"/>
                </a:solidFill>
                <a:latin typeface="Arial MT"/>
                <a:cs typeface="Arial MT"/>
              </a:rPr>
              <a:t>0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7" name="object 357"/>
          <p:cNvSpPr txBox="1"/>
          <p:nvPr/>
        </p:nvSpPr>
        <p:spPr>
          <a:xfrm>
            <a:off x="6616700" y="4985905"/>
            <a:ext cx="6845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Internet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Cost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58" name="object 358"/>
          <p:cNvGrpSpPr/>
          <p:nvPr/>
        </p:nvGrpSpPr>
        <p:grpSpPr>
          <a:xfrm>
            <a:off x="10254957" y="2127237"/>
            <a:ext cx="4572635" cy="4763135"/>
            <a:chOff x="10254957" y="2127237"/>
            <a:chExt cx="4572635" cy="4763135"/>
          </a:xfrm>
        </p:grpSpPr>
        <p:sp>
          <p:nvSpPr>
            <p:cNvPr id="359" name="object 359"/>
            <p:cNvSpPr/>
            <p:nvPr/>
          </p:nvSpPr>
          <p:spPr>
            <a:xfrm>
              <a:off x="10667885" y="2539796"/>
              <a:ext cx="3747135" cy="3937635"/>
            </a:xfrm>
            <a:custGeom>
              <a:avLst/>
              <a:gdLst/>
              <a:ahLst/>
              <a:cxnLst/>
              <a:rect l="l" t="t" r="r" b="b"/>
              <a:pathLst>
                <a:path w="3747134" h="3937635">
                  <a:moveTo>
                    <a:pt x="1778038" y="2032558"/>
                  </a:moveTo>
                  <a:lnTo>
                    <a:pt x="3111830" y="952563"/>
                  </a:lnTo>
                </a:path>
                <a:path w="3747134" h="3937635">
                  <a:moveTo>
                    <a:pt x="1778393" y="2032558"/>
                  </a:moveTo>
                  <a:lnTo>
                    <a:pt x="698398" y="825487"/>
                  </a:lnTo>
                </a:path>
                <a:path w="3747134" h="3937635">
                  <a:moveTo>
                    <a:pt x="1778038" y="2032203"/>
                  </a:moveTo>
                  <a:lnTo>
                    <a:pt x="2476792" y="3238919"/>
                  </a:lnTo>
                </a:path>
                <a:path w="3747134" h="3937635">
                  <a:moveTo>
                    <a:pt x="1778393" y="2032203"/>
                  </a:moveTo>
                  <a:lnTo>
                    <a:pt x="825474" y="3111842"/>
                  </a:lnTo>
                </a:path>
                <a:path w="3747134" h="3937635">
                  <a:moveTo>
                    <a:pt x="1778038" y="2032203"/>
                  </a:moveTo>
                  <a:lnTo>
                    <a:pt x="3746868" y="2349728"/>
                  </a:lnTo>
                </a:path>
                <a:path w="3747134" h="3937635">
                  <a:moveTo>
                    <a:pt x="1778393" y="2032558"/>
                  </a:moveTo>
                  <a:lnTo>
                    <a:pt x="0" y="1841398"/>
                  </a:lnTo>
                </a:path>
                <a:path w="3747134" h="3937635">
                  <a:moveTo>
                    <a:pt x="1778038" y="2032558"/>
                  </a:moveTo>
                  <a:lnTo>
                    <a:pt x="2794317" y="0"/>
                  </a:lnTo>
                </a:path>
                <a:path w="3747134" h="3937635">
                  <a:moveTo>
                    <a:pt x="1778393" y="2032203"/>
                  </a:moveTo>
                  <a:lnTo>
                    <a:pt x="1143000" y="3937317"/>
                  </a:lnTo>
                </a:path>
                <a:path w="3747134" h="3937635">
                  <a:moveTo>
                    <a:pt x="3111830" y="952919"/>
                  </a:moveTo>
                  <a:lnTo>
                    <a:pt x="698398" y="825487"/>
                  </a:lnTo>
                </a:path>
                <a:path w="3747134" h="3937635">
                  <a:moveTo>
                    <a:pt x="3111830" y="952563"/>
                  </a:moveTo>
                  <a:lnTo>
                    <a:pt x="2476436" y="3238919"/>
                  </a:lnTo>
                </a:path>
                <a:path w="3747134" h="3937635">
                  <a:moveTo>
                    <a:pt x="3111474" y="952563"/>
                  </a:moveTo>
                  <a:lnTo>
                    <a:pt x="3746868" y="2349728"/>
                  </a:lnTo>
                </a:path>
                <a:path w="3747134" h="3937635">
                  <a:moveTo>
                    <a:pt x="3111830" y="952919"/>
                  </a:moveTo>
                  <a:lnTo>
                    <a:pt x="2793949" y="0"/>
                  </a:lnTo>
                </a:path>
                <a:path w="3747134" h="3937635">
                  <a:moveTo>
                    <a:pt x="698398" y="825487"/>
                  </a:moveTo>
                  <a:lnTo>
                    <a:pt x="825830" y="3111842"/>
                  </a:lnTo>
                </a:path>
                <a:path w="3747134" h="3937635">
                  <a:moveTo>
                    <a:pt x="698753" y="825487"/>
                  </a:moveTo>
                  <a:lnTo>
                    <a:pt x="0" y="1841766"/>
                  </a:lnTo>
                </a:path>
                <a:path w="3747134" h="3937635">
                  <a:moveTo>
                    <a:pt x="698398" y="825842"/>
                  </a:moveTo>
                  <a:lnTo>
                    <a:pt x="2794317" y="0"/>
                  </a:lnTo>
                </a:path>
                <a:path w="3747134" h="3937635">
                  <a:moveTo>
                    <a:pt x="2476792" y="3238919"/>
                  </a:moveTo>
                  <a:lnTo>
                    <a:pt x="825474" y="3111487"/>
                  </a:lnTo>
                </a:path>
                <a:path w="3747134" h="3937635">
                  <a:moveTo>
                    <a:pt x="2476436" y="3238919"/>
                  </a:moveTo>
                  <a:lnTo>
                    <a:pt x="3746868" y="2349360"/>
                  </a:lnTo>
                </a:path>
                <a:path w="3747134" h="3937635">
                  <a:moveTo>
                    <a:pt x="2476792" y="3238563"/>
                  </a:moveTo>
                  <a:lnTo>
                    <a:pt x="1143000" y="3937317"/>
                  </a:lnTo>
                </a:path>
                <a:path w="3747134" h="3937635">
                  <a:moveTo>
                    <a:pt x="825830" y="3111842"/>
                  </a:moveTo>
                  <a:lnTo>
                    <a:pt x="0" y="1841398"/>
                  </a:lnTo>
                </a:path>
                <a:path w="3747134" h="3937635">
                  <a:moveTo>
                    <a:pt x="825474" y="3111487"/>
                  </a:moveTo>
                  <a:lnTo>
                    <a:pt x="1143355" y="3937317"/>
                  </a:lnTo>
                </a:path>
                <a:path w="3747134" h="3937635">
                  <a:moveTo>
                    <a:pt x="0" y="1841398"/>
                  </a:moveTo>
                  <a:lnTo>
                    <a:pt x="1143355" y="3937317"/>
                  </a:lnTo>
                </a:path>
              </a:pathLst>
            </a:custGeom>
            <a:ln w="10079">
              <a:solidFill>
                <a:srgbClr val="00C8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11810885" y="3936961"/>
              <a:ext cx="1270635" cy="1270635"/>
            </a:xfrm>
            <a:custGeom>
              <a:avLst/>
              <a:gdLst/>
              <a:ahLst/>
              <a:cxnLst/>
              <a:rect l="l" t="t" r="r" b="b"/>
              <a:pathLst>
                <a:path w="1270634" h="1270635">
                  <a:moveTo>
                    <a:pt x="635393" y="0"/>
                  </a:moveTo>
                  <a:lnTo>
                    <a:pt x="588008" y="1740"/>
                  </a:lnTo>
                  <a:lnTo>
                    <a:pt x="541563" y="6879"/>
                  </a:lnTo>
                  <a:lnTo>
                    <a:pt x="496182" y="15295"/>
                  </a:lnTo>
                  <a:lnTo>
                    <a:pt x="451987" y="26866"/>
                  </a:lnTo>
                  <a:lnTo>
                    <a:pt x="409102" y="41469"/>
                  </a:lnTo>
                  <a:lnTo>
                    <a:pt x="367650" y="58983"/>
                  </a:lnTo>
                  <a:lnTo>
                    <a:pt x="327755" y="79286"/>
                  </a:lnTo>
                  <a:lnTo>
                    <a:pt x="289540" y="102254"/>
                  </a:lnTo>
                  <a:lnTo>
                    <a:pt x="253128" y="127767"/>
                  </a:lnTo>
                  <a:lnTo>
                    <a:pt x="218643" y="155702"/>
                  </a:lnTo>
                  <a:lnTo>
                    <a:pt x="186208" y="185937"/>
                  </a:lnTo>
                  <a:lnTo>
                    <a:pt x="155947" y="218350"/>
                  </a:lnTo>
                  <a:lnTo>
                    <a:pt x="127982" y="252818"/>
                  </a:lnTo>
                  <a:lnTo>
                    <a:pt x="102437" y="289220"/>
                  </a:lnTo>
                  <a:lnTo>
                    <a:pt x="79435" y="327434"/>
                  </a:lnTo>
                  <a:lnTo>
                    <a:pt x="59101" y="367337"/>
                  </a:lnTo>
                  <a:lnTo>
                    <a:pt x="41556" y="408807"/>
                  </a:lnTo>
                  <a:lnTo>
                    <a:pt x="26924" y="451722"/>
                  </a:lnTo>
                  <a:lnTo>
                    <a:pt x="15330" y="495961"/>
                  </a:lnTo>
                  <a:lnTo>
                    <a:pt x="6895" y="541400"/>
                  </a:lnTo>
                  <a:lnTo>
                    <a:pt x="1744" y="587918"/>
                  </a:lnTo>
                  <a:lnTo>
                    <a:pt x="0" y="635393"/>
                  </a:lnTo>
                  <a:lnTo>
                    <a:pt x="1744" y="682775"/>
                  </a:lnTo>
                  <a:lnTo>
                    <a:pt x="6895" y="729209"/>
                  </a:lnTo>
                  <a:lnTo>
                    <a:pt x="15330" y="774572"/>
                  </a:lnTo>
                  <a:lnTo>
                    <a:pt x="26924" y="818742"/>
                  </a:lnTo>
                  <a:lnTo>
                    <a:pt x="41556" y="861596"/>
                  </a:lnTo>
                  <a:lnTo>
                    <a:pt x="59101" y="903012"/>
                  </a:lnTo>
                  <a:lnTo>
                    <a:pt x="79435" y="942867"/>
                  </a:lnTo>
                  <a:lnTo>
                    <a:pt x="102437" y="981038"/>
                  </a:lnTo>
                  <a:lnTo>
                    <a:pt x="127982" y="1017404"/>
                  </a:lnTo>
                  <a:lnTo>
                    <a:pt x="155947" y="1051841"/>
                  </a:lnTo>
                  <a:lnTo>
                    <a:pt x="186208" y="1084227"/>
                  </a:lnTo>
                  <a:lnTo>
                    <a:pt x="218643" y="1114440"/>
                  </a:lnTo>
                  <a:lnTo>
                    <a:pt x="253128" y="1142357"/>
                  </a:lnTo>
                  <a:lnTo>
                    <a:pt x="289540" y="1167855"/>
                  </a:lnTo>
                  <a:lnTo>
                    <a:pt x="327755" y="1190813"/>
                  </a:lnTo>
                  <a:lnTo>
                    <a:pt x="367650" y="1211106"/>
                  </a:lnTo>
                  <a:lnTo>
                    <a:pt x="409102" y="1228614"/>
                  </a:lnTo>
                  <a:lnTo>
                    <a:pt x="451987" y="1243214"/>
                  </a:lnTo>
                  <a:lnTo>
                    <a:pt x="496182" y="1254782"/>
                  </a:lnTo>
                  <a:lnTo>
                    <a:pt x="541563" y="1263197"/>
                  </a:lnTo>
                  <a:lnTo>
                    <a:pt x="588008" y="1268336"/>
                  </a:lnTo>
                  <a:lnTo>
                    <a:pt x="635393" y="1270076"/>
                  </a:lnTo>
                  <a:lnTo>
                    <a:pt x="682776" y="1268336"/>
                  </a:lnTo>
                  <a:lnTo>
                    <a:pt x="729215" y="1263197"/>
                  </a:lnTo>
                  <a:lnTo>
                    <a:pt x="774587" y="1254782"/>
                  </a:lnTo>
                  <a:lnTo>
                    <a:pt x="818769" y="1243214"/>
                  </a:lnTo>
                  <a:lnTo>
                    <a:pt x="861638" y="1228614"/>
                  </a:lnTo>
                  <a:lnTo>
                    <a:pt x="903071" y="1211106"/>
                  </a:lnTo>
                  <a:lnTo>
                    <a:pt x="942946" y="1190813"/>
                  </a:lnTo>
                  <a:lnTo>
                    <a:pt x="981139" y="1167855"/>
                  </a:lnTo>
                  <a:lnTo>
                    <a:pt x="1017528" y="1142357"/>
                  </a:lnTo>
                  <a:lnTo>
                    <a:pt x="1051989" y="1114440"/>
                  </a:lnTo>
                  <a:lnTo>
                    <a:pt x="1084400" y="1084227"/>
                  </a:lnTo>
                  <a:lnTo>
                    <a:pt x="1114638" y="1051841"/>
                  </a:lnTo>
                  <a:lnTo>
                    <a:pt x="1142579" y="1017404"/>
                  </a:lnTo>
                  <a:lnTo>
                    <a:pt x="1168101" y="981038"/>
                  </a:lnTo>
                  <a:lnTo>
                    <a:pt x="1191080" y="942867"/>
                  </a:lnTo>
                  <a:lnTo>
                    <a:pt x="1211395" y="903012"/>
                  </a:lnTo>
                  <a:lnTo>
                    <a:pt x="1228922" y="861596"/>
                  </a:lnTo>
                  <a:lnTo>
                    <a:pt x="1243537" y="818742"/>
                  </a:lnTo>
                  <a:lnTo>
                    <a:pt x="1255119" y="774572"/>
                  </a:lnTo>
                  <a:lnTo>
                    <a:pt x="1263544" y="729209"/>
                  </a:lnTo>
                  <a:lnTo>
                    <a:pt x="1268689" y="682775"/>
                  </a:lnTo>
                  <a:lnTo>
                    <a:pt x="1270431" y="635393"/>
                  </a:lnTo>
                  <a:lnTo>
                    <a:pt x="1268689" y="587918"/>
                  </a:lnTo>
                  <a:lnTo>
                    <a:pt x="1263544" y="541400"/>
                  </a:lnTo>
                  <a:lnTo>
                    <a:pt x="1255119" y="495961"/>
                  </a:lnTo>
                  <a:lnTo>
                    <a:pt x="1243537" y="451722"/>
                  </a:lnTo>
                  <a:lnTo>
                    <a:pt x="1228922" y="408807"/>
                  </a:lnTo>
                  <a:lnTo>
                    <a:pt x="1211395" y="367337"/>
                  </a:lnTo>
                  <a:lnTo>
                    <a:pt x="1191080" y="327434"/>
                  </a:lnTo>
                  <a:lnTo>
                    <a:pt x="1168101" y="289220"/>
                  </a:lnTo>
                  <a:lnTo>
                    <a:pt x="1142579" y="252818"/>
                  </a:lnTo>
                  <a:lnTo>
                    <a:pt x="1114638" y="218350"/>
                  </a:lnTo>
                  <a:lnTo>
                    <a:pt x="1084400" y="185937"/>
                  </a:lnTo>
                  <a:lnTo>
                    <a:pt x="1051989" y="155702"/>
                  </a:lnTo>
                  <a:lnTo>
                    <a:pt x="1017528" y="127767"/>
                  </a:lnTo>
                  <a:lnTo>
                    <a:pt x="981139" y="102254"/>
                  </a:lnTo>
                  <a:lnTo>
                    <a:pt x="942946" y="79286"/>
                  </a:lnTo>
                  <a:lnTo>
                    <a:pt x="903071" y="58983"/>
                  </a:lnTo>
                  <a:lnTo>
                    <a:pt x="861638" y="41469"/>
                  </a:lnTo>
                  <a:lnTo>
                    <a:pt x="818769" y="26866"/>
                  </a:lnTo>
                  <a:lnTo>
                    <a:pt x="774587" y="15295"/>
                  </a:lnTo>
                  <a:lnTo>
                    <a:pt x="729215" y="6879"/>
                  </a:lnTo>
                  <a:lnTo>
                    <a:pt x="682776" y="1740"/>
                  </a:lnTo>
                  <a:lnTo>
                    <a:pt x="635393" y="0"/>
                  </a:lnTo>
                  <a:close/>
                </a:path>
              </a:pathLst>
            </a:custGeom>
            <a:solidFill>
              <a:srgbClr val="00C8A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12191758" y="4317834"/>
              <a:ext cx="508634" cy="508634"/>
            </a:xfrm>
            <a:custGeom>
              <a:avLst/>
              <a:gdLst/>
              <a:ahLst/>
              <a:cxnLst/>
              <a:rect l="l" t="t" r="r" b="b"/>
              <a:pathLst>
                <a:path w="508634" h="508635">
                  <a:moveTo>
                    <a:pt x="254520" y="0"/>
                  </a:moveTo>
                  <a:lnTo>
                    <a:pt x="208721" y="4094"/>
                  </a:lnTo>
                  <a:lnTo>
                    <a:pt x="165635" y="15898"/>
                  </a:lnTo>
                  <a:lnTo>
                    <a:pt x="125976" y="34694"/>
                  </a:lnTo>
                  <a:lnTo>
                    <a:pt x="90459" y="59767"/>
                  </a:lnTo>
                  <a:lnTo>
                    <a:pt x="59798" y="90398"/>
                  </a:lnTo>
                  <a:lnTo>
                    <a:pt x="34708" y="125871"/>
                  </a:lnTo>
                  <a:lnTo>
                    <a:pt x="15902" y="165467"/>
                  </a:lnTo>
                  <a:lnTo>
                    <a:pt x="4094" y="208471"/>
                  </a:lnTo>
                  <a:lnTo>
                    <a:pt x="0" y="254165"/>
                  </a:lnTo>
                  <a:lnTo>
                    <a:pt x="4094" y="299765"/>
                  </a:lnTo>
                  <a:lnTo>
                    <a:pt x="15902" y="342719"/>
                  </a:lnTo>
                  <a:lnTo>
                    <a:pt x="34708" y="382301"/>
                  </a:lnTo>
                  <a:lnTo>
                    <a:pt x="59798" y="417785"/>
                  </a:lnTo>
                  <a:lnTo>
                    <a:pt x="90459" y="448445"/>
                  </a:lnTo>
                  <a:lnTo>
                    <a:pt x="125976" y="473556"/>
                  </a:lnTo>
                  <a:lnTo>
                    <a:pt x="165635" y="492391"/>
                  </a:lnTo>
                  <a:lnTo>
                    <a:pt x="208721" y="504224"/>
                  </a:lnTo>
                  <a:lnTo>
                    <a:pt x="254520" y="508330"/>
                  </a:lnTo>
                  <a:lnTo>
                    <a:pt x="300108" y="504224"/>
                  </a:lnTo>
                  <a:lnTo>
                    <a:pt x="343028" y="492391"/>
                  </a:lnTo>
                  <a:lnTo>
                    <a:pt x="382561" y="473556"/>
                  </a:lnTo>
                  <a:lnTo>
                    <a:pt x="417987" y="448445"/>
                  </a:lnTo>
                  <a:lnTo>
                    <a:pt x="448586" y="417785"/>
                  </a:lnTo>
                  <a:lnTo>
                    <a:pt x="473638" y="382301"/>
                  </a:lnTo>
                  <a:lnTo>
                    <a:pt x="492424" y="342719"/>
                  </a:lnTo>
                  <a:lnTo>
                    <a:pt x="504224" y="299765"/>
                  </a:lnTo>
                  <a:lnTo>
                    <a:pt x="508317" y="254165"/>
                  </a:lnTo>
                  <a:lnTo>
                    <a:pt x="504224" y="208471"/>
                  </a:lnTo>
                  <a:lnTo>
                    <a:pt x="492424" y="165467"/>
                  </a:lnTo>
                  <a:lnTo>
                    <a:pt x="473638" y="125871"/>
                  </a:lnTo>
                  <a:lnTo>
                    <a:pt x="448586" y="90398"/>
                  </a:lnTo>
                  <a:lnTo>
                    <a:pt x="417987" y="59767"/>
                  </a:lnTo>
                  <a:lnTo>
                    <a:pt x="382561" y="34694"/>
                  </a:lnTo>
                  <a:lnTo>
                    <a:pt x="343028" y="15898"/>
                  </a:lnTo>
                  <a:lnTo>
                    <a:pt x="300108" y="4094"/>
                  </a:lnTo>
                  <a:lnTo>
                    <a:pt x="254520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13366444" y="3079445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5">
                  <a:moveTo>
                    <a:pt x="413270" y="0"/>
                  </a:moveTo>
                  <a:lnTo>
                    <a:pt x="365076" y="2780"/>
                  </a:lnTo>
                  <a:lnTo>
                    <a:pt x="318515" y="10914"/>
                  </a:lnTo>
                  <a:lnTo>
                    <a:pt x="273896" y="24090"/>
                  </a:lnTo>
                  <a:lnTo>
                    <a:pt x="231529" y="41999"/>
                  </a:lnTo>
                  <a:lnTo>
                    <a:pt x="191726" y="64327"/>
                  </a:lnTo>
                  <a:lnTo>
                    <a:pt x="154795" y="90766"/>
                  </a:lnTo>
                  <a:lnTo>
                    <a:pt x="121048" y="121004"/>
                  </a:lnTo>
                  <a:lnTo>
                    <a:pt x="90794" y="154729"/>
                  </a:lnTo>
                  <a:lnTo>
                    <a:pt x="64344" y="191631"/>
                  </a:lnTo>
                  <a:lnTo>
                    <a:pt x="42007" y="231400"/>
                  </a:lnTo>
                  <a:lnTo>
                    <a:pt x="24094" y="273723"/>
                  </a:lnTo>
                  <a:lnTo>
                    <a:pt x="10915" y="318291"/>
                  </a:lnTo>
                  <a:lnTo>
                    <a:pt x="2780" y="364791"/>
                  </a:lnTo>
                  <a:lnTo>
                    <a:pt x="0" y="412915"/>
                  </a:lnTo>
                  <a:lnTo>
                    <a:pt x="2780" y="461106"/>
                  </a:lnTo>
                  <a:lnTo>
                    <a:pt x="10915" y="507654"/>
                  </a:lnTo>
                  <a:lnTo>
                    <a:pt x="24094" y="552252"/>
                  </a:lnTo>
                  <a:lnTo>
                    <a:pt x="42007" y="594591"/>
                  </a:lnTo>
                  <a:lnTo>
                    <a:pt x="64344" y="634361"/>
                  </a:lnTo>
                  <a:lnTo>
                    <a:pt x="90794" y="671255"/>
                  </a:lnTo>
                  <a:lnTo>
                    <a:pt x="121048" y="704964"/>
                  </a:lnTo>
                  <a:lnTo>
                    <a:pt x="154795" y="735179"/>
                  </a:lnTo>
                  <a:lnTo>
                    <a:pt x="191726" y="761592"/>
                  </a:lnTo>
                  <a:lnTo>
                    <a:pt x="231529" y="783895"/>
                  </a:lnTo>
                  <a:lnTo>
                    <a:pt x="273896" y="801779"/>
                  </a:lnTo>
                  <a:lnTo>
                    <a:pt x="318515" y="814935"/>
                  </a:lnTo>
                  <a:lnTo>
                    <a:pt x="365076" y="823055"/>
                  </a:lnTo>
                  <a:lnTo>
                    <a:pt x="413270" y="825830"/>
                  </a:lnTo>
                  <a:lnTo>
                    <a:pt x="461390" y="823055"/>
                  </a:lnTo>
                  <a:lnTo>
                    <a:pt x="507878" y="814935"/>
                  </a:lnTo>
                  <a:lnTo>
                    <a:pt x="552425" y="801779"/>
                  </a:lnTo>
                  <a:lnTo>
                    <a:pt x="594720" y="783895"/>
                  </a:lnTo>
                  <a:lnTo>
                    <a:pt x="634456" y="761592"/>
                  </a:lnTo>
                  <a:lnTo>
                    <a:pt x="671321" y="735179"/>
                  </a:lnTo>
                  <a:lnTo>
                    <a:pt x="705008" y="704964"/>
                  </a:lnTo>
                  <a:lnTo>
                    <a:pt x="735207" y="671255"/>
                  </a:lnTo>
                  <a:lnTo>
                    <a:pt x="761609" y="634361"/>
                  </a:lnTo>
                  <a:lnTo>
                    <a:pt x="783903" y="594591"/>
                  </a:lnTo>
                  <a:lnTo>
                    <a:pt x="801782" y="552252"/>
                  </a:lnTo>
                  <a:lnTo>
                    <a:pt x="814936" y="507654"/>
                  </a:lnTo>
                  <a:lnTo>
                    <a:pt x="823055" y="461106"/>
                  </a:lnTo>
                  <a:lnTo>
                    <a:pt x="825830" y="412915"/>
                  </a:lnTo>
                  <a:lnTo>
                    <a:pt x="823055" y="364791"/>
                  </a:lnTo>
                  <a:lnTo>
                    <a:pt x="814936" y="318291"/>
                  </a:lnTo>
                  <a:lnTo>
                    <a:pt x="801782" y="273723"/>
                  </a:lnTo>
                  <a:lnTo>
                    <a:pt x="783903" y="231400"/>
                  </a:lnTo>
                  <a:lnTo>
                    <a:pt x="761609" y="191631"/>
                  </a:lnTo>
                  <a:lnTo>
                    <a:pt x="735207" y="154729"/>
                  </a:lnTo>
                  <a:lnTo>
                    <a:pt x="705008" y="121004"/>
                  </a:lnTo>
                  <a:lnTo>
                    <a:pt x="671321" y="90766"/>
                  </a:lnTo>
                  <a:lnTo>
                    <a:pt x="634456" y="64327"/>
                  </a:lnTo>
                  <a:lnTo>
                    <a:pt x="594720" y="41999"/>
                  </a:lnTo>
                  <a:lnTo>
                    <a:pt x="552425" y="24090"/>
                  </a:lnTo>
                  <a:lnTo>
                    <a:pt x="507878" y="10914"/>
                  </a:lnTo>
                  <a:lnTo>
                    <a:pt x="461390" y="2780"/>
                  </a:lnTo>
                  <a:lnTo>
                    <a:pt x="413270" y="0"/>
                  </a:lnTo>
                  <a:close/>
                </a:path>
              </a:pathLst>
            </a:custGeom>
            <a:solidFill>
              <a:srgbClr val="00A795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13614120" y="3327120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165595" y="0"/>
                  </a:moveTo>
                  <a:lnTo>
                    <a:pt x="121578" y="5916"/>
                  </a:lnTo>
                  <a:lnTo>
                    <a:pt x="82023" y="22612"/>
                  </a:lnTo>
                  <a:lnTo>
                    <a:pt x="48507" y="48507"/>
                  </a:lnTo>
                  <a:lnTo>
                    <a:pt x="22612" y="82023"/>
                  </a:lnTo>
                  <a:lnTo>
                    <a:pt x="5916" y="121578"/>
                  </a:lnTo>
                  <a:lnTo>
                    <a:pt x="0" y="165595"/>
                  </a:lnTo>
                  <a:lnTo>
                    <a:pt x="5916" y="209461"/>
                  </a:lnTo>
                  <a:lnTo>
                    <a:pt x="22612" y="248917"/>
                  </a:lnTo>
                  <a:lnTo>
                    <a:pt x="48507" y="282371"/>
                  </a:lnTo>
                  <a:lnTo>
                    <a:pt x="82023" y="308236"/>
                  </a:lnTo>
                  <a:lnTo>
                    <a:pt x="121578" y="324920"/>
                  </a:lnTo>
                  <a:lnTo>
                    <a:pt x="165595" y="330835"/>
                  </a:lnTo>
                  <a:lnTo>
                    <a:pt x="209461" y="324920"/>
                  </a:lnTo>
                  <a:lnTo>
                    <a:pt x="248917" y="308236"/>
                  </a:lnTo>
                  <a:lnTo>
                    <a:pt x="282371" y="282371"/>
                  </a:lnTo>
                  <a:lnTo>
                    <a:pt x="308236" y="248917"/>
                  </a:lnTo>
                  <a:lnTo>
                    <a:pt x="324920" y="209461"/>
                  </a:lnTo>
                  <a:lnTo>
                    <a:pt x="330834" y="165595"/>
                  </a:lnTo>
                  <a:lnTo>
                    <a:pt x="324920" y="121578"/>
                  </a:lnTo>
                  <a:lnTo>
                    <a:pt x="308236" y="82023"/>
                  </a:lnTo>
                  <a:lnTo>
                    <a:pt x="282371" y="48507"/>
                  </a:lnTo>
                  <a:lnTo>
                    <a:pt x="248917" y="22612"/>
                  </a:lnTo>
                  <a:lnTo>
                    <a:pt x="209461" y="5916"/>
                  </a:lnTo>
                  <a:lnTo>
                    <a:pt x="165595" y="0"/>
                  </a:lnTo>
                  <a:close/>
                </a:path>
              </a:pathLst>
            </a:custGeom>
            <a:solidFill>
              <a:srgbClr val="00A7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10953724" y="2952724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5">
                  <a:moveTo>
                    <a:pt x="412915" y="0"/>
                  </a:moveTo>
                  <a:lnTo>
                    <a:pt x="364723" y="2775"/>
                  </a:lnTo>
                  <a:lnTo>
                    <a:pt x="318175" y="10893"/>
                  </a:lnTo>
                  <a:lnTo>
                    <a:pt x="273577" y="24047"/>
                  </a:lnTo>
                  <a:lnTo>
                    <a:pt x="231239" y="41926"/>
                  </a:lnTo>
                  <a:lnTo>
                    <a:pt x="191468" y="64221"/>
                  </a:lnTo>
                  <a:lnTo>
                    <a:pt x="154574" y="90622"/>
                  </a:lnTo>
                  <a:lnTo>
                    <a:pt x="120865" y="120821"/>
                  </a:lnTo>
                  <a:lnTo>
                    <a:pt x="90650" y="154508"/>
                  </a:lnTo>
                  <a:lnTo>
                    <a:pt x="64237" y="191374"/>
                  </a:lnTo>
                  <a:lnTo>
                    <a:pt x="41934" y="231109"/>
                  </a:lnTo>
                  <a:lnTo>
                    <a:pt x="24050" y="273404"/>
                  </a:lnTo>
                  <a:lnTo>
                    <a:pt x="10895" y="317951"/>
                  </a:lnTo>
                  <a:lnTo>
                    <a:pt x="2775" y="364439"/>
                  </a:lnTo>
                  <a:lnTo>
                    <a:pt x="0" y="412559"/>
                  </a:lnTo>
                  <a:lnTo>
                    <a:pt x="2775" y="460687"/>
                  </a:lnTo>
                  <a:lnTo>
                    <a:pt x="10895" y="507203"/>
                  </a:lnTo>
                  <a:lnTo>
                    <a:pt x="24050" y="551793"/>
                  </a:lnTo>
                  <a:lnTo>
                    <a:pt x="41934" y="594144"/>
                  </a:lnTo>
                  <a:lnTo>
                    <a:pt x="64237" y="633946"/>
                  </a:lnTo>
                  <a:lnTo>
                    <a:pt x="90650" y="670885"/>
                  </a:lnTo>
                  <a:lnTo>
                    <a:pt x="120865" y="704648"/>
                  </a:lnTo>
                  <a:lnTo>
                    <a:pt x="154574" y="734923"/>
                  </a:lnTo>
                  <a:lnTo>
                    <a:pt x="191468" y="761398"/>
                  </a:lnTo>
                  <a:lnTo>
                    <a:pt x="231239" y="783760"/>
                  </a:lnTo>
                  <a:lnTo>
                    <a:pt x="273577" y="801697"/>
                  </a:lnTo>
                  <a:lnTo>
                    <a:pt x="318175" y="814896"/>
                  </a:lnTo>
                  <a:lnTo>
                    <a:pt x="364723" y="823044"/>
                  </a:lnTo>
                  <a:lnTo>
                    <a:pt x="412915" y="825830"/>
                  </a:lnTo>
                  <a:lnTo>
                    <a:pt x="461038" y="823044"/>
                  </a:lnTo>
                  <a:lnTo>
                    <a:pt x="507539" y="814896"/>
                  </a:lnTo>
                  <a:lnTo>
                    <a:pt x="552106" y="801697"/>
                  </a:lnTo>
                  <a:lnTo>
                    <a:pt x="594430" y="783760"/>
                  </a:lnTo>
                  <a:lnTo>
                    <a:pt x="634198" y="761398"/>
                  </a:lnTo>
                  <a:lnTo>
                    <a:pt x="671100" y="734923"/>
                  </a:lnTo>
                  <a:lnTo>
                    <a:pt x="704826" y="704648"/>
                  </a:lnTo>
                  <a:lnTo>
                    <a:pt x="735063" y="670885"/>
                  </a:lnTo>
                  <a:lnTo>
                    <a:pt x="761502" y="633946"/>
                  </a:lnTo>
                  <a:lnTo>
                    <a:pt x="783831" y="594144"/>
                  </a:lnTo>
                  <a:lnTo>
                    <a:pt x="801739" y="551793"/>
                  </a:lnTo>
                  <a:lnTo>
                    <a:pt x="814915" y="507203"/>
                  </a:lnTo>
                  <a:lnTo>
                    <a:pt x="823049" y="460687"/>
                  </a:lnTo>
                  <a:lnTo>
                    <a:pt x="825830" y="412559"/>
                  </a:lnTo>
                  <a:lnTo>
                    <a:pt x="823049" y="364439"/>
                  </a:lnTo>
                  <a:lnTo>
                    <a:pt x="814915" y="317951"/>
                  </a:lnTo>
                  <a:lnTo>
                    <a:pt x="801739" y="273404"/>
                  </a:lnTo>
                  <a:lnTo>
                    <a:pt x="783831" y="231109"/>
                  </a:lnTo>
                  <a:lnTo>
                    <a:pt x="761502" y="191374"/>
                  </a:lnTo>
                  <a:lnTo>
                    <a:pt x="735063" y="154508"/>
                  </a:lnTo>
                  <a:lnTo>
                    <a:pt x="704826" y="120821"/>
                  </a:lnTo>
                  <a:lnTo>
                    <a:pt x="671100" y="90622"/>
                  </a:lnTo>
                  <a:lnTo>
                    <a:pt x="634198" y="64221"/>
                  </a:lnTo>
                  <a:lnTo>
                    <a:pt x="594430" y="41926"/>
                  </a:lnTo>
                  <a:lnTo>
                    <a:pt x="552106" y="24047"/>
                  </a:lnTo>
                  <a:lnTo>
                    <a:pt x="507539" y="10893"/>
                  </a:lnTo>
                  <a:lnTo>
                    <a:pt x="461038" y="2775"/>
                  </a:lnTo>
                  <a:lnTo>
                    <a:pt x="412915" y="0"/>
                  </a:lnTo>
                  <a:close/>
                </a:path>
              </a:pathLst>
            </a:custGeom>
            <a:solidFill>
              <a:srgbClr val="00B3D7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11201399" y="3200399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164884" y="0"/>
                  </a:moveTo>
                  <a:lnTo>
                    <a:pt x="121043" y="5888"/>
                  </a:lnTo>
                  <a:lnTo>
                    <a:pt x="81654" y="22506"/>
                  </a:lnTo>
                  <a:lnTo>
                    <a:pt x="48285" y="48285"/>
                  </a:lnTo>
                  <a:lnTo>
                    <a:pt x="22506" y="81654"/>
                  </a:lnTo>
                  <a:lnTo>
                    <a:pt x="5888" y="121043"/>
                  </a:lnTo>
                  <a:lnTo>
                    <a:pt x="0" y="164884"/>
                  </a:lnTo>
                  <a:lnTo>
                    <a:pt x="5888" y="208772"/>
                  </a:lnTo>
                  <a:lnTo>
                    <a:pt x="22506" y="248292"/>
                  </a:lnTo>
                  <a:lnTo>
                    <a:pt x="48285" y="281833"/>
                  </a:lnTo>
                  <a:lnTo>
                    <a:pt x="81654" y="307785"/>
                  </a:lnTo>
                  <a:lnTo>
                    <a:pt x="121043" y="324537"/>
                  </a:lnTo>
                  <a:lnTo>
                    <a:pt x="164884" y="330479"/>
                  </a:lnTo>
                  <a:lnTo>
                    <a:pt x="208900" y="324537"/>
                  </a:lnTo>
                  <a:lnTo>
                    <a:pt x="248456" y="307785"/>
                  </a:lnTo>
                  <a:lnTo>
                    <a:pt x="281971" y="281833"/>
                  </a:lnTo>
                  <a:lnTo>
                    <a:pt x="307867" y="248292"/>
                  </a:lnTo>
                  <a:lnTo>
                    <a:pt x="324563" y="208772"/>
                  </a:lnTo>
                  <a:lnTo>
                    <a:pt x="330479" y="164884"/>
                  </a:lnTo>
                  <a:lnTo>
                    <a:pt x="324563" y="121043"/>
                  </a:lnTo>
                  <a:lnTo>
                    <a:pt x="307867" y="81654"/>
                  </a:lnTo>
                  <a:lnTo>
                    <a:pt x="281971" y="48285"/>
                  </a:lnTo>
                  <a:lnTo>
                    <a:pt x="248456" y="22506"/>
                  </a:lnTo>
                  <a:lnTo>
                    <a:pt x="208900" y="5888"/>
                  </a:lnTo>
                  <a:lnTo>
                    <a:pt x="164884" y="0"/>
                  </a:lnTo>
                  <a:close/>
                </a:path>
              </a:pathLst>
            </a:custGeom>
            <a:solidFill>
              <a:srgbClr val="00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12731394" y="5365445"/>
              <a:ext cx="826769" cy="826135"/>
            </a:xfrm>
            <a:custGeom>
              <a:avLst/>
              <a:gdLst/>
              <a:ahLst/>
              <a:cxnLst/>
              <a:rect l="l" t="t" r="r" b="b"/>
              <a:pathLst>
                <a:path w="826769" h="826135">
                  <a:moveTo>
                    <a:pt x="413283" y="0"/>
                  </a:moveTo>
                  <a:lnTo>
                    <a:pt x="365154" y="2785"/>
                  </a:lnTo>
                  <a:lnTo>
                    <a:pt x="318639" y="10934"/>
                  </a:lnTo>
                  <a:lnTo>
                    <a:pt x="274048" y="24132"/>
                  </a:lnTo>
                  <a:lnTo>
                    <a:pt x="231695" y="42069"/>
                  </a:lnTo>
                  <a:lnTo>
                    <a:pt x="191892" y="64431"/>
                  </a:lnTo>
                  <a:lnTo>
                    <a:pt x="154952" y="90906"/>
                  </a:lnTo>
                  <a:lnTo>
                    <a:pt x="121188" y="121181"/>
                  </a:lnTo>
                  <a:lnTo>
                    <a:pt x="90911" y="154945"/>
                  </a:lnTo>
                  <a:lnTo>
                    <a:pt x="64435" y="191883"/>
                  </a:lnTo>
                  <a:lnTo>
                    <a:pt x="42072" y="231685"/>
                  </a:lnTo>
                  <a:lnTo>
                    <a:pt x="24134" y="274037"/>
                  </a:lnTo>
                  <a:lnTo>
                    <a:pt x="10934" y="318627"/>
                  </a:lnTo>
                  <a:lnTo>
                    <a:pt x="2785" y="365142"/>
                  </a:lnTo>
                  <a:lnTo>
                    <a:pt x="0" y="413270"/>
                  </a:lnTo>
                  <a:lnTo>
                    <a:pt x="2785" y="461390"/>
                  </a:lnTo>
                  <a:lnTo>
                    <a:pt x="10934" y="507878"/>
                  </a:lnTo>
                  <a:lnTo>
                    <a:pt x="24134" y="552425"/>
                  </a:lnTo>
                  <a:lnTo>
                    <a:pt x="42072" y="594720"/>
                  </a:lnTo>
                  <a:lnTo>
                    <a:pt x="64435" y="634456"/>
                  </a:lnTo>
                  <a:lnTo>
                    <a:pt x="90911" y="671321"/>
                  </a:lnTo>
                  <a:lnTo>
                    <a:pt x="121188" y="705008"/>
                  </a:lnTo>
                  <a:lnTo>
                    <a:pt x="154952" y="735207"/>
                  </a:lnTo>
                  <a:lnTo>
                    <a:pt x="191892" y="761609"/>
                  </a:lnTo>
                  <a:lnTo>
                    <a:pt x="231695" y="783903"/>
                  </a:lnTo>
                  <a:lnTo>
                    <a:pt x="274048" y="801782"/>
                  </a:lnTo>
                  <a:lnTo>
                    <a:pt x="318639" y="814936"/>
                  </a:lnTo>
                  <a:lnTo>
                    <a:pt x="365154" y="823055"/>
                  </a:lnTo>
                  <a:lnTo>
                    <a:pt x="413283" y="825830"/>
                  </a:lnTo>
                  <a:lnTo>
                    <a:pt x="461406" y="823055"/>
                  </a:lnTo>
                  <a:lnTo>
                    <a:pt x="507908" y="814936"/>
                  </a:lnTo>
                  <a:lnTo>
                    <a:pt x="552476" y="801782"/>
                  </a:lnTo>
                  <a:lnTo>
                    <a:pt x="594800" y="783903"/>
                  </a:lnTo>
                  <a:lnTo>
                    <a:pt x="634570" y="761609"/>
                  </a:lnTo>
                  <a:lnTo>
                    <a:pt x="671474" y="735207"/>
                  </a:lnTo>
                  <a:lnTo>
                    <a:pt x="705200" y="705008"/>
                  </a:lnTo>
                  <a:lnTo>
                    <a:pt x="735439" y="671321"/>
                  </a:lnTo>
                  <a:lnTo>
                    <a:pt x="761879" y="634456"/>
                  </a:lnTo>
                  <a:lnTo>
                    <a:pt x="784209" y="594720"/>
                  </a:lnTo>
                  <a:lnTo>
                    <a:pt x="802118" y="552425"/>
                  </a:lnTo>
                  <a:lnTo>
                    <a:pt x="815296" y="507878"/>
                  </a:lnTo>
                  <a:lnTo>
                    <a:pt x="823430" y="461390"/>
                  </a:lnTo>
                  <a:lnTo>
                    <a:pt x="826211" y="413270"/>
                  </a:lnTo>
                  <a:lnTo>
                    <a:pt x="823430" y="365142"/>
                  </a:lnTo>
                  <a:lnTo>
                    <a:pt x="815296" y="318627"/>
                  </a:lnTo>
                  <a:lnTo>
                    <a:pt x="802118" y="274037"/>
                  </a:lnTo>
                  <a:lnTo>
                    <a:pt x="784209" y="231685"/>
                  </a:lnTo>
                  <a:lnTo>
                    <a:pt x="761879" y="191883"/>
                  </a:lnTo>
                  <a:lnTo>
                    <a:pt x="735439" y="154945"/>
                  </a:lnTo>
                  <a:lnTo>
                    <a:pt x="705200" y="121181"/>
                  </a:lnTo>
                  <a:lnTo>
                    <a:pt x="671474" y="90906"/>
                  </a:lnTo>
                  <a:lnTo>
                    <a:pt x="634570" y="64431"/>
                  </a:lnTo>
                  <a:lnTo>
                    <a:pt x="594800" y="42069"/>
                  </a:lnTo>
                  <a:lnTo>
                    <a:pt x="552476" y="24132"/>
                  </a:lnTo>
                  <a:lnTo>
                    <a:pt x="507908" y="10934"/>
                  </a:lnTo>
                  <a:lnTo>
                    <a:pt x="461406" y="2785"/>
                  </a:lnTo>
                  <a:lnTo>
                    <a:pt x="413283" y="0"/>
                  </a:lnTo>
                  <a:close/>
                </a:path>
              </a:pathLst>
            </a:custGeom>
            <a:solidFill>
              <a:srgbClr val="00C8A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12979082" y="5613120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165595" y="0"/>
                  </a:moveTo>
                  <a:lnTo>
                    <a:pt x="121706" y="5916"/>
                  </a:lnTo>
                  <a:lnTo>
                    <a:pt x="82186" y="22612"/>
                  </a:lnTo>
                  <a:lnTo>
                    <a:pt x="48645" y="48507"/>
                  </a:lnTo>
                  <a:lnTo>
                    <a:pt x="22693" y="82023"/>
                  </a:lnTo>
                  <a:lnTo>
                    <a:pt x="5941" y="121578"/>
                  </a:lnTo>
                  <a:lnTo>
                    <a:pt x="0" y="165595"/>
                  </a:lnTo>
                  <a:lnTo>
                    <a:pt x="5941" y="209461"/>
                  </a:lnTo>
                  <a:lnTo>
                    <a:pt x="22693" y="248917"/>
                  </a:lnTo>
                  <a:lnTo>
                    <a:pt x="48645" y="282371"/>
                  </a:lnTo>
                  <a:lnTo>
                    <a:pt x="82186" y="308236"/>
                  </a:lnTo>
                  <a:lnTo>
                    <a:pt x="121706" y="324920"/>
                  </a:lnTo>
                  <a:lnTo>
                    <a:pt x="165595" y="330834"/>
                  </a:lnTo>
                  <a:lnTo>
                    <a:pt x="209461" y="324920"/>
                  </a:lnTo>
                  <a:lnTo>
                    <a:pt x="248917" y="308236"/>
                  </a:lnTo>
                  <a:lnTo>
                    <a:pt x="282371" y="282371"/>
                  </a:lnTo>
                  <a:lnTo>
                    <a:pt x="308236" y="248917"/>
                  </a:lnTo>
                  <a:lnTo>
                    <a:pt x="324920" y="209461"/>
                  </a:lnTo>
                  <a:lnTo>
                    <a:pt x="330835" y="165595"/>
                  </a:lnTo>
                  <a:lnTo>
                    <a:pt x="324920" y="121578"/>
                  </a:lnTo>
                  <a:lnTo>
                    <a:pt x="308236" y="82023"/>
                  </a:lnTo>
                  <a:lnTo>
                    <a:pt x="282371" y="48507"/>
                  </a:lnTo>
                  <a:lnTo>
                    <a:pt x="248917" y="22612"/>
                  </a:lnTo>
                  <a:lnTo>
                    <a:pt x="209461" y="5916"/>
                  </a:lnTo>
                  <a:lnTo>
                    <a:pt x="165595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11080445" y="5238724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5">
                  <a:moveTo>
                    <a:pt x="413270" y="0"/>
                  </a:moveTo>
                  <a:lnTo>
                    <a:pt x="365142" y="2780"/>
                  </a:lnTo>
                  <a:lnTo>
                    <a:pt x="318627" y="10914"/>
                  </a:lnTo>
                  <a:lnTo>
                    <a:pt x="274037" y="24090"/>
                  </a:lnTo>
                  <a:lnTo>
                    <a:pt x="231685" y="41999"/>
                  </a:lnTo>
                  <a:lnTo>
                    <a:pt x="191883" y="64327"/>
                  </a:lnTo>
                  <a:lnTo>
                    <a:pt x="154945" y="90766"/>
                  </a:lnTo>
                  <a:lnTo>
                    <a:pt x="121181" y="121004"/>
                  </a:lnTo>
                  <a:lnTo>
                    <a:pt x="90906" y="154729"/>
                  </a:lnTo>
                  <a:lnTo>
                    <a:pt x="64431" y="191631"/>
                  </a:lnTo>
                  <a:lnTo>
                    <a:pt x="42069" y="231400"/>
                  </a:lnTo>
                  <a:lnTo>
                    <a:pt x="24132" y="273723"/>
                  </a:lnTo>
                  <a:lnTo>
                    <a:pt x="10934" y="318291"/>
                  </a:lnTo>
                  <a:lnTo>
                    <a:pt x="2785" y="364791"/>
                  </a:lnTo>
                  <a:lnTo>
                    <a:pt x="0" y="412915"/>
                  </a:lnTo>
                  <a:lnTo>
                    <a:pt x="2785" y="461038"/>
                  </a:lnTo>
                  <a:lnTo>
                    <a:pt x="10934" y="507539"/>
                  </a:lnTo>
                  <a:lnTo>
                    <a:pt x="24132" y="552106"/>
                  </a:lnTo>
                  <a:lnTo>
                    <a:pt x="42069" y="594430"/>
                  </a:lnTo>
                  <a:lnTo>
                    <a:pt x="64431" y="634198"/>
                  </a:lnTo>
                  <a:lnTo>
                    <a:pt x="90906" y="671100"/>
                  </a:lnTo>
                  <a:lnTo>
                    <a:pt x="121181" y="704826"/>
                  </a:lnTo>
                  <a:lnTo>
                    <a:pt x="154945" y="735063"/>
                  </a:lnTo>
                  <a:lnTo>
                    <a:pt x="191883" y="761502"/>
                  </a:lnTo>
                  <a:lnTo>
                    <a:pt x="231685" y="783831"/>
                  </a:lnTo>
                  <a:lnTo>
                    <a:pt x="274037" y="801739"/>
                  </a:lnTo>
                  <a:lnTo>
                    <a:pt x="318627" y="814915"/>
                  </a:lnTo>
                  <a:lnTo>
                    <a:pt x="365142" y="823049"/>
                  </a:lnTo>
                  <a:lnTo>
                    <a:pt x="413270" y="825830"/>
                  </a:lnTo>
                  <a:lnTo>
                    <a:pt x="461390" y="823049"/>
                  </a:lnTo>
                  <a:lnTo>
                    <a:pt x="507878" y="814915"/>
                  </a:lnTo>
                  <a:lnTo>
                    <a:pt x="552425" y="801739"/>
                  </a:lnTo>
                  <a:lnTo>
                    <a:pt x="594720" y="783831"/>
                  </a:lnTo>
                  <a:lnTo>
                    <a:pt x="634456" y="761502"/>
                  </a:lnTo>
                  <a:lnTo>
                    <a:pt x="671321" y="735063"/>
                  </a:lnTo>
                  <a:lnTo>
                    <a:pt x="705008" y="704826"/>
                  </a:lnTo>
                  <a:lnTo>
                    <a:pt x="735207" y="671100"/>
                  </a:lnTo>
                  <a:lnTo>
                    <a:pt x="761609" y="634198"/>
                  </a:lnTo>
                  <a:lnTo>
                    <a:pt x="783903" y="594430"/>
                  </a:lnTo>
                  <a:lnTo>
                    <a:pt x="801782" y="552106"/>
                  </a:lnTo>
                  <a:lnTo>
                    <a:pt x="814936" y="507539"/>
                  </a:lnTo>
                  <a:lnTo>
                    <a:pt x="823055" y="461038"/>
                  </a:lnTo>
                  <a:lnTo>
                    <a:pt x="825830" y="412915"/>
                  </a:lnTo>
                  <a:lnTo>
                    <a:pt x="823055" y="364791"/>
                  </a:lnTo>
                  <a:lnTo>
                    <a:pt x="814936" y="318291"/>
                  </a:lnTo>
                  <a:lnTo>
                    <a:pt x="801782" y="273723"/>
                  </a:lnTo>
                  <a:lnTo>
                    <a:pt x="783903" y="231400"/>
                  </a:lnTo>
                  <a:lnTo>
                    <a:pt x="761609" y="191631"/>
                  </a:lnTo>
                  <a:lnTo>
                    <a:pt x="735207" y="154729"/>
                  </a:lnTo>
                  <a:lnTo>
                    <a:pt x="705008" y="121004"/>
                  </a:lnTo>
                  <a:lnTo>
                    <a:pt x="671321" y="90766"/>
                  </a:lnTo>
                  <a:lnTo>
                    <a:pt x="634456" y="64327"/>
                  </a:lnTo>
                  <a:lnTo>
                    <a:pt x="594720" y="41999"/>
                  </a:lnTo>
                  <a:lnTo>
                    <a:pt x="552425" y="24090"/>
                  </a:lnTo>
                  <a:lnTo>
                    <a:pt x="507878" y="10914"/>
                  </a:lnTo>
                  <a:lnTo>
                    <a:pt x="461390" y="2780"/>
                  </a:lnTo>
                  <a:lnTo>
                    <a:pt x="413270" y="0"/>
                  </a:lnTo>
                  <a:close/>
                </a:path>
              </a:pathLst>
            </a:custGeom>
            <a:solidFill>
              <a:srgbClr val="00A795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11328120" y="5486400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165595" y="0"/>
                  </a:moveTo>
                  <a:lnTo>
                    <a:pt x="121706" y="5888"/>
                  </a:lnTo>
                  <a:lnTo>
                    <a:pt x="82186" y="22506"/>
                  </a:lnTo>
                  <a:lnTo>
                    <a:pt x="48645" y="48285"/>
                  </a:lnTo>
                  <a:lnTo>
                    <a:pt x="22693" y="81654"/>
                  </a:lnTo>
                  <a:lnTo>
                    <a:pt x="5941" y="121043"/>
                  </a:lnTo>
                  <a:lnTo>
                    <a:pt x="0" y="164884"/>
                  </a:lnTo>
                  <a:lnTo>
                    <a:pt x="5941" y="208772"/>
                  </a:lnTo>
                  <a:lnTo>
                    <a:pt x="22693" y="248292"/>
                  </a:lnTo>
                  <a:lnTo>
                    <a:pt x="48645" y="281833"/>
                  </a:lnTo>
                  <a:lnTo>
                    <a:pt x="82186" y="307785"/>
                  </a:lnTo>
                  <a:lnTo>
                    <a:pt x="121706" y="324537"/>
                  </a:lnTo>
                  <a:lnTo>
                    <a:pt x="165595" y="330479"/>
                  </a:lnTo>
                  <a:lnTo>
                    <a:pt x="209461" y="324537"/>
                  </a:lnTo>
                  <a:lnTo>
                    <a:pt x="248917" y="307785"/>
                  </a:lnTo>
                  <a:lnTo>
                    <a:pt x="282371" y="281833"/>
                  </a:lnTo>
                  <a:lnTo>
                    <a:pt x="308236" y="248292"/>
                  </a:lnTo>
                  <a:lnTo>
                    <a:pt x="324920" y="208772"/>
                  </a:lnTo>
                  <a:lnTo>
                    <a:pt x="330835" y="164884"/>
                  </a:lnTo>
                  <a:lnTo>
                    <a:pt x="324920" y="121043"/>
                  </a:lnTo>
                  <a:lnTo>
                    <a:pt x="308236" y="81654"/>
                  </a:lnTo>
                  <a:lnTo>
                    <a:pt x="282371" y="48285"/>
                  </a:lnTo>
                  <a:lnTo>
                    <a:pt x="248917" y="22506"/>
                  </a:lnTo>
                  <a:lnTo>
                    <a:pt x="209461" y="5888"/>
                  </a:lnTo>
                  <a:lnTo>
                    <a:pt x="165595" y="0"/>
                  </a:lnTo>
                  <a:close/>
                </a:path>
              </a:pathLst>
            </a:custGeom>
            <a:solidFill>
              <a:srgbClr val="00A7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14001483" y="4476597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5">
                  <a:moveTo>
                    <a:pt x="412915" y="0"/>
                  </a:moveTo>
                  <a:lnTo>
                    <a:pt x="364791" y="2780"/>
                  </a:lnTo>
                  <a:lnTo>
                    <a:pt x="318291" y="10914"/>
                  </a:lnTo>
                  <a:lnTo>
                    <a:pt x="273723" y="24090"/>
                  </a:lnTo>
                  <a:lnTo>
                    <a:pt x="231400" y="41999"/>
                  </a:lnTo>
                  <a:lnTo>
                    <a:pt x="191631" y="64328"/>
                  </a:lnTo>
                  <a:lnTo>
                    <a:pt x="154729" y="90767"/>
                  </a:lnTo>
                  <a:lnTo>
                    <a:pt x="121004" y="121005"/>
                  </a:lnTo>
                  <a:lnTo>
                    <a:pt x="90766" y="154731"/>
                  </a:lnTo>
                  <a:lnTo>
                    <a:pt x="64327" y="191635"/>
                  </a:lnTo>
                  <a:lnTo>
                    <a:pt x="41999" y="231404"/>
                  </a:lnTo>
                  <a:lnTo>
                    <a:pt x="24090" y="273729"/>
                  </a:lnTo>
                  <a:lnTo>
                    <a:pt x="10914" y="318299"/>
                  </a:lnTo>
                  <a:lnTo>
                    <a:pt x="2780" y="364802"/>
                  </a:lnTo>
                  <a:lnTo>
                    <a:pt x="0" y="412927"/>
                  </a:lnTo>
                  <a:lnTo>
                    <a:pt x="2780" y="461116"/>
                  </a:lnTo>
                  <a:lnTo>
                    <a:pt x="10914" y="507663"/>
                  </a:lnTo>
                  <a:lnTo>
                    <a:pt x="24090" y="552260"/>
                  </a:lnTo>
                  <a:lnTo>
                    <a:pt x="41999" y="594598"/>
                  </a:lnTo>
                  <a:lnTo>
                    <a:pt x="64327" y="634368"/>
                  </a:lnTo>
                  <a:lnTo>
                    <a:pt x="90766" y="671262"/>
                  </a:lnTo>
                  <a:lnTo>
                    <a:pt x="121004" y="704972"/>
                  </a:lnTo>
                  <a:lnTo>
                    <a:pt x="154729" y="735188"/>
                  </a:lnTo>
                  <a:lnTo>
                    <a:pt x="191631" y="761602"/>
                  </a:lnTo>
                  <a:lnTo>
                    <a:pt x="231400" y="783906"/>
                  </a:lnTo>
                  <a:lnTo>
                    <a:pt x="273723" y="801790"/>
                  </a:lnTo>
                  <a:lnTo>
                    <a:pt x="318291" y="814947"/>
                  </a:lnTo>
                  <a:lnTo>
                    <a:pt x="364791" y="823067"/>
                  </a:lnTo>
                  <a:lnTo>
                    <a:pt x="412915" y="825842"/>
                  </a:lnTo>
                  <a:lnTo>
                    <a:pt x="461106" y="823067"/>
                  </a:lnTo>
                  <a:lnTo>
                    <a:pt x="507655" y="814947"/>
                  </a:lnTo>
                  <a:lnTo>
                    <a:pt x="552254" y="801790"/>
                  </a:lnTo>
                  <a:lnTo>
                    <a:pt x="594593" y="783906"/>
                  </a:lnTo>
                  <a:lnTo>
                    <a:pt x="634365" y="761602"/>
                  </a:lnTo>
                  <a:lnTo>
                    <a:pt x="671260" y="735188"/>
                  </a:lnTo>
                  <a:lnTo>
                    <a:pt x="704970" y="704972"/>
                  </a:lnTo>
                  <a:lnTo>
                    <a:pt x="735187" y="671262"/>
                  </a:lnTo>
                  <a:lnTo>
                    <a:pt x="761601" y="634368"/>
                  </a:lnTo>
                  <a:lnTo>
                    <a:pt x="783905" y="594598"/>
                  </a:lnTo>
                  <a:lnTo>
                    <a:pt x="801790" y="552260"/>
                  </a:lnTo>
                  <a:lnTo>
                    <a:pt x="814947" y="507663"/>
                  </a:lnTo>
                  <a:lnTo>
                    <a:pt x="823067" y="461116"/>
                  </a:lnTo>
                  <a:lnTo>
                    <a:pt x="825842" y="412927"/>
                  </a:lnTo>
                  <a:lnTo>
                    <a:pt x="823067" y="364802"/>
                  </a:lnTo>
                  <a:lnTo>
                    <a:pt x="814947" y="318299"/>
                  </a:lnTo>
                  <a:lnTo>
                    <a:pt x="801790" y="273729"/>
                  </a:lnTo>
                  <a:lnTo>
                    <a:pt x="783905" y="231404"/>
                  </a:lnTo>
                  <a:lnTo>
                    <a:pt x="761601" y="191635"/>
                  </a:lnTo>
                  <a:lnTo>
                    <a:pt x="735187" y="154731"/>
                  </a:lnTo>
                  <a:lnTo>
                    <a:pt x="704970" y="121005"/>
                  </a:lnTo>
                  <a:lnTo>
                    <a:pt x="671260" y="90767"/>
                  </a:lnTo>
                  <a:lnTo>
                    <a:pt x="634365" y="64328"/>
                  </a:lnTo>
                  <a:lnTo>
                    <a:pt x="594593" y="41999"/>
                  </a:lnTo>
                  <a:lnTo>
                    <a:pt x="552254" y="24090"/>
                  </a:lnTo>
                  <a:lnTo>
                    <a:pt x="507655" y="10914"/>
                  </a:lnTo>
                  <a:lnTo>
                    <a:pt x="461106" y="2780"/>
                  </a:lnTo>
                  <a:lnTo>
                    <a:pt x="412915" y="0"/>
                  </a:lnTo>
                  <a:close/>
                </a:path>
              </a:pathLst>
            </a:custGeom>
            <a:solidFill>
              <a:srgbClr val="00C8A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14249158" y="4724285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165595" y="0"/>
                  </a:moveTo>
                  <a:lnTo>
                    <a:pt x="121455" y="5914"/>
                  </a:lnTo>
                  <a:lnTo>
                    <a:pt x="81865" y="22598"/>
                  </a:lnTo>
                  <a:lnTo>
                    <a:pt x="48374" y="48463"/>
                  </a:lnTo>
                  <a:lnTo>
                    <a:pt x="22533" y="81917"/>
                  </a:lnTo>
                  <a:lnTo>
                    <a:pt x="5891" y="121373"/>
                  </a:lnTo>
                  <a:lnTo>
                    <a:pt x="0" y="165239"/>
                  </a:lnTo>
                  <a:lnTo>
                    <a:pt x="5891" y="209229"/>
                  </a:lnTo>
                  <a:lnTo>
                    <a:pt x="22533" y="248719"/>
                  </a:lnTo>
                  <a:lnTo>
                    <a:pt x="48374" y="282149"/>
                  </a:lnTo>
                  <a:lnTo>
                    <a:pt x="81865" y="307959"/>
                  </a:lnTo>
                  <a:lnTo>
                    <a:pt x="121455" y="324589"/>
                  </a:lnTo>
                  <a:lnTo>
                    <a:pt x="165595" y="330479"/>
                  </a:lnTo>
                  <a:lnTo>
                    <a:pt x="209435" y="324589"/>
                  </a:lnTo>
                  <a:lnTo>
                    <a:pt x="248824" y="307959"/>
                  </a:lnTo>
                  <a:lnTo>
                    <a:pt x="282194" y="282149"/>
                  </a:lnTo>
                  <a:lnTo>
                    <a:pt x="307972" y="248719"/>
                  </a:lnTo>
                  <a:lnTo>
                    <a:pt x="324591" y="209229"/>
                  </a:lnTo>
                  <a:lnTo>
                    <a:pt x="330479" y="165239"/>
                  </a:lnTo>
                  <a:lnTo>
                    <a:pt x="324591" y="121373"/>
                  </a:lnTo>
                  <a:lnTo>
                    <a:pt x="307972" y="81917"/>
                  </a:lnTo>
                  <a:lnTo>
                    <a:pt x="282194" y="48463"/>
                  </a:lnTo>
                  <a:lnTo>
                    <a:pt x="248824" y="22598"/>
                  </a:lnTo>
                  <a:lnTo>
                    <a:pt x="209435" y="5914"/>
                  </a:lnTo>
                  <a:lnTo>
                    <a:pt x="165595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10254957" y="3968635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5">
                  <a:moveTo>
                    <a:pt x="413283" y="0"/>
                  </a:moveTo>
                  <a:lnTo>
                    <a:pt x="365154" y="2775"/>
                  </a:lnTo>
                  <a:lnTo>
                    <a:pt x="318639" y="10894"/>
                  </a:lnTo>
                  <a:lnTo>
                    <a:pt x="274048" y="24048"/>
                  </a:lnTo>
                  <a:lnTo>
                    <a:pt x="231695" y="41928"/>
                  </a:lnTo>
                  <a:lnTo>
                    <a:pt x="191892" y="64224"/>
                  </a:lnTo>
                  <a:lnTo>
                    <a:pt x="154952" y="90626"/>
                  </a:lnTo>
                  <a:lnTo>
                    <a:pt x="121188" y="120826"/>
                  </a:lnTo>
                  <a:lnTo>
                    <a:pt x="90911" y="154513"/>
                  </a:lnTo>
                  <a:lnTo>
                    <a:pt x="64435" y="191379"/>
                  </a:lnTo>
                  <a:lnTo>
                    <a:pt x="42072" y="231115"/>
                  </a:lnTo>
                  <a:lnTo>
                    <a:pt x="24134" y="273409"/>
                  </a:lnTo>
                  <a:lnTo>
                    <a:pt x="10934" y="317955"/>
                  </a:lnTo>
                  <a:lnTo>
                    <a:pt x="2785" y="364441"/>
                  </a:lnTo>
                  <a:lnTo>
                    <a:pt x="0" y="412559"/>
                  </a:lnTo>
                  <a:lnTo>
                    <a:pt x="2785" y="460821"/>
                  </a:lnTo>
                  <a:lnTo>
                    <a:pt x="10934" y="507431"/>
                  </a:lnTo>
                  <a:lnTo>
                    <a:pt x="24134" y="552081"/>
                  </a:lnTo>
                  <a:lnTo>
                    <a:pt x="42072" y="594464"/>
                  </a:lnTo>
                  <a:lnTo>
                    <a:pt x="64435" y="634270"/>
                  </a:lnTo>
                  <a:lnTo>
                    <a:pt x="90911" y="671194"/>
                  </a:lnTo>
                  <a:lnTo>
                    <a:pt x="121188" y="704926"/>
                  </a:lnTo>
                  <a:lnTo>
                    <a:pt x="154952" y="735159"/>
                  </a:lnTo>
                  <a:lnTo>
                    <a:pt x="191892" y="761585"/>
                  </a:lnTo>
                  <a:lnTo>
                    <a:pt x="231695" y="783897"/>
                  </a:lnTo>
                  <a:lnTo>
                    <a:pt x="274048" y="801786"/>
                  </a:lnTo>
                  <a:lnTo>
                    <a:pt x="318639" y="814946"/>
                  </a:lnTo>
                  <a:lnTo>
                    <a:pt x="365154" y="823067"/>
                  </a:lnTo>
                  <a:lnTo>
                    <a:pt x="413283" y="825842"/>
                  </a:lnTo>
                  <a:lnTo>
                    <a:pt x="461401" y="823067"/>
                  </a:lnTo>
                  <a:lnTo>
                    <a:pt x="507887" y="814946"/>
                  </a:lnTo>
                  <a:lnTo>
                    <a:pt x="552432" y="801786"/>
                  </a:lnTo>
                  <a:lnTo>
                    <a:pt x="594727" y="783897"/>
                  </a:lnTo>
                  <a:lnTo>
                    <a:pt x="634463" y="761585"/>
                  </a:lnTo>
                  <a:lnTo>
                    <a:pt x="671329" y="735159"/>
                  </a:lnTo>
                  <a:lnTo>
                    <a:pt x="705016" y="704926"/>
                  </a:lnTo>
                  <a:lnTo>
                    <a:pt x="735216" y="671194"/>
                  </a:lnTo>
                  <a:lnTo>
                    <a:pt x="761618" y="634270"/>
                  </a:lnTo>
                  <a:lnTo>
                    <a:pt x="783914" y="594464"/>
                  </a:lnTo>
                  <a:lnTo>
                    <a:pt x="801794" y="552081"/>
                  </a:lnTo>
                  <a:lnTo>
                    <a:pt x="814948" y="507431"/>
                  </a:lnTo>
                  <a:lnTo>
                    <a:pt x="823067" y="460821"/>
                  </a:lnTo>
                  <a:lnTo>
                    <a:pt x="825842" y="412559"/>
                  </a:lnTo>
                  <a:lnTo>
                    <a:pt x="823067" y="364441"/>
                  </a:lnTo>
                  <a:lnTo>
                    <a:pt x="814948" y="317955"/>
                  </a:lnTo>
                  <a:lnTo>
                    <a:pt x="801794" y="273409"/>
                  </a:lnTo>
                  <a:lnTo>
                    <a:pt x="783914" y="231115"/>
                  </a:lnTo>
                  <a:lnTo>
                    <a:pt x="761618" y="191379"/>
                  </a:lnTo>
                  <a:lnTo>
                    <a:pt x="735216" y="154513"/>
                  </a:lnTo>
                  <a:lnTo>
                    <a:pt x="705016" y="120826"/>
                  </a:lnTo>
                  <a:lnTo>
                    <a:pt x="671329" y="90626"/>
                  </a:lnTo>
                  <a:lnTo>
                    <a:pt x="634463" y="64224"/>
                  </a:lnTo>
                  <a:lnTo>
                    <a:pt x="594727" y="41928"/>
                  </a:lnTo>
                  <a:lnTo>
                    <a:pt x="552432" y="24048"/>
                  </a:lnTo>
                  <a:lnTo>
                    <a:pt x="507887" y="10894"/>
                  </a:lnTo>
                  <a:lnTo>
                    <a:pt x="461401" y="2775"/>
                  </a:lnTo>
                  <a:lnTo>
                    <a:pt x="413283" y="0"/>
                  </a:lnTo>
                  <a:close/>
                </a:path>
              </a:pathLst>
            </a:custGeom>
            <a:solidFill>
              <a:srgbClr val="47C9E3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10502645" y="4216323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5">
                  <a:moveTo>
                    <a:pt x="165239" y="0"/>
                  </a:moveTo>
                  <a:lnTo>
                    <a:pt x="121373" y="5888"/>
                  </a:lnTo>
                  <a:lnTo>
                    <a:pt x="81917" y="22506"/>
                  </a:lnTo>
                  <a:lnTo>
                    <a:pt x="48463" y="48283"/>
                  </a:lnTo>
                  <a:lnTo>
                    <a:pt x="22598" y="81650"/>
                  </a:lnTo>
                  <a:lnTo>
                    <a:pt x="5914" y="121036"/>
                  </a:lnTo>
                  <a:lnTo>
                    <a:pt x="0" y="164871"/>
                  </a:lnTo>
                  <a:lnTo>
                    <a:pt x="5914" y="209016"/>
                  </a:lnTo>
                  <a:lnTo>
                    <a:pt x="22598" y="248610"/>
                  </a:lnTo>
                  <a:lnTo>
                    <a:pt x="48463" y="282103"/>
                  </a:lnTo>
                  <a:lnTo>
                    <a:pt x="81917" y="307945"/>
                  </a:lnTo>
                  <a:lnTo>
                    <a:pt x="121373" y="324587"/>
                  </a:lnTo>
                  <a:lnTo>
                    <a:pt x="165239" y="330479"/>
                  </a:lnTo>
                  <a:lnTo>
                    <a:pt x="209229" y="324587"/>
                  </a:lnTo>
                  <a:lnTo>
                    <a:pt x="248719" y="307945"/>
                  </a:lnTo>
                  <a:lnTo>
                    <a:pt x="282149" y="282103"/>
                  </a:lnTo>
                  <a:lnTo>
                    <a:pt x="307959" y="248610"/>
                  </a:lnTo>
                  <a:lnTo>
                    <a:pt x="324589" y="209016"/>
                  </a:lnTo>
                  <a:lnTo>
                    <a:pt x="330479" y="164871"/>
                  </a:lnTo>
                  <a:lnTo>
                    <a:pt x="324589" y="121036"/>
                  </a:lnTo>
                  <a:lnTo>
                    <a:pt x="307959" y="81650"/>
                  </a:lnTo>
                  <a:lnTo>
                    <a:pt x="282149" y="48283"/>
                  </a:lnTo>
                  <a:lnTo>
                    <a:pt x="248719" y="22506"/>
                  </a:lnTo>
                  <a:lnTo>
                    <a:pt x="209229" y="5888"/>
                  </a:lnTo>
                  <a:lnTo>
                    <a:pt x="165239" y="0"/>
                  </a:lnTo>
                  <a:close/>
                </a:path>
              </a:pathLst>
            </a:custGeom>
            <a:solidFill>
              <a:srgbClr val="47C9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13048919" y="2127237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5">
                  <a:moveTo>
                    <a:pt x="412915" y="0"/>
                  </a:moveTo>
                  <a:lnTo>
                    <a:pt x="364791" y="2775"/>
                  </a:lnTo>
                  <a:lnTo>
                    <a:pt x="318291" y="10894"/>
                  </a:lnTo>
                  <a:lnTo>
                    <a:pt x="273723" y="24048"/>
                  </a:lnTo>
                  <a:lnTo>
                    <a:pt x="231400" y="41928"/>
                  </a:lnTo>
                  <a:lnTo>
                    <a:pt x="191631" y="64224"/>
                  </a:lnTo>
                  <a:lnTo>
                    <a:pt x="154729" y="90626"/>
                  </a:lnTo>
                  <a:lnTo>
                    <a:pt x="121004" y="120826"/>
                  </a:lnTo>
                  <a:lnTo>
                    <a:pt x="90766" y="154513"/>
                  </a:lnTo>
                  <a:lnTo>
                    <a:pt x="64327" y="191379"/>
                  </a:lnTo>
                  <a:lnTo>
                    <a:pt x="41999" y="231115"/>
                  </a:lnTo>
                  <a:lnTo>
                    <a:pt x="24090" y="273409"/>
                  </a:lnTo>
                  <a:lnTo>
                    <a:pt x="10914" y="317955"/>
                  </a:lnTo>
                  <a:lnTo>
                    <a:pt x="2780" y="364441"/>
                  </a:lnTo>
                  <a:lnTo>
                    <a:pt x="0" y="412559"/>
                  </a:lnTo>
                  <a:lnTo>
                    <a:pt x="2780" y="460690"/>
                  </a:lnTo>
                  <a:lnTo>
                    <a:pt x="10914" y="507207"/>
                  </a:lnTo>
                  <a:lnTo>
                    <a:pt x="24090" y="551799"/>
                  </a:lnTo>
                  <a:lnTo>
                    <a:pt x="41999" y="594153"/>
                  </a:lnTo>
                  <a:lnTo>
                    <a:pt x="64327" y="633955"/>
                  </a:lnTo>
                  <a:lnTo>
                    <a:pt x="90766" y="670895"/>
                  </a:lnTo>
                  <a:lnTo>
                    <a:pt x="121004" y="704659"/>
                  </a:lnTo>
                  <a:lnTo>
                    <a:pt x="154729" y="734935"/>
                  </a:lnTo>
                  <a:lnTo>
                    <a:pt x="191631" y="761410"/>
                  </a:lnTo>
                  <a:lnTo>
                    <a:pt x="231400" y="783773"/>
                  </a:lnTo>
                  <a:lnTo>
                    <a:pt x="273723" y="801709"/>
                  </a:lnTo>
                  <a:lnTo>
                    <a:pt x="318291" y="814908"/>
                  </a:lnTo>
                  <a:lnTo>
                    <a:pt x="364791" y="823057"/>
                  </a:lnTo>
                  <a:lnTo>
                    <a:pt x="412915" y="825842"/>
                  </a:lnTo>
                  <a:lnTo>
                    <a:pt x="461106" y="823057"/>
                  </a:lnTo>
                  <a:lnTo>
                    <a:pt x="507655" y="814908"/>
                  </a:lnTo>
                  <a:lnTo>
                    <a:pt x="552254" y="801709"/>
                  </a:lnTo>
                  <a:lnTo>
                    <a:pt x="594593" y="783773"/>
                  </a:lnTo>
                  <a:lnTo>
                    <a:pt x="634365" y="761410"/>
                  </a:lnTo>
                  <a:lnTo>
                    <a:pt x="671260" y="734935"/>
                  </a:lnTo>
                  <a:lnTo>
                    <a:pt x="704970" y="704659"/>
                  </a:lnTo>
                  <a:lnTo>
                    <a:pt x="735187" y="670895"/>
                  </a:lnTo>
                  <a:lnTo>
                    <a:pt x="761601" y="633955"/>
                  </a:lnTo>
                  <a:lnTo>
                    <a:pt x="783905" y="594153"/>
                  </a:lnTo>
                  <a:lnTo>
                    <a:pt x="801790" y="551799"/>
                  </a:lnTo>
                  <a:lnTo>
                    <a:pt x="814947" y="507207"/>
                  </a:lnTo>
                  <a:lnTo>
                    <a:pt x="823067" y="460690"/>
                  </a:lnTo>
                  <a:lnTo>
                    <a:pt x="825842" y="412559"/>
                  </a:lnTo>
                  <a:lnTo>
                    <a:pt x="823067" y="364441"/>
                  </a:lnTo>
                  <a:lnTo>
                    <a:pt x="814947" y="317955"/>
                  </a:lnTo>
                  <a:lnTo>
                    <a:pt x="801790" y="273409"/>
                  </a:lnTo>
                  <a:lnTo>
                    <a:pt x="783905" y="231115"/>
                  </a:lnTo>
                  <a:lnTo>
                    <a:pt x="761601" y="191379"/>
                  </a:lnTo>
                  <a:lnTo>
                    <a:pt x="735187" y="154513"/>
                  </a:lnTo>
                  <a:lnTo>
                    <a:pt x="704970" y="120826"/>
                  </a:lnTo>
                  <a:lnTo>
                    <a:pt x="671260" y="90626"/>
                  </a:lnTo>
                  <a:lnTo>
                    <a:pt x="634365" y="64224"/>
                  </a:lnTo>
                  <a:lnTo>
                    <a:pt x="594593" y="41928"/>
                  </a:lnTo>
                  <a:lnTo>
                    <a:pt x="552254" y="24048"/>
                  </a:lnTo>
                  <a:lnTo>
                    <a:pt x="507655" y="10894"/>
                  </a:lnTo>
                  <a:lnTo>
                    <a:pt x="461106" y="2775"/>
                  </a:lnTo>
                  <a:lnTo>
                    <a:pt x="412915" y="0"/>
                  </a:lnTo>
                  <a:close/>
                </a:path>
              </a:pathLst>
            </a:custGeom>
            <a:solidFill>
              <a:srgbClr val="00A795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13296594" y="2374557"/>
              <a:ext cx="331470" cy="331470"/>
            </a:xfrm>
            <a:custGeom>
              <a:avLst/>
              <a:gdLst/>
              <a:ahLst/>
              <a:cxnLst/>
              <a:rect l="l" t="t" r="r" b="b"/>
              <a:pathLst>
                <a:path w="331469" h="331469">
                  <a:moveTo>
                    <a:pt x="165607" y="0"/>
                  </a:moveTo>
                  <a:lnTo>
                    <a:pt x="121714" y="5917"/>
                  </a:lnTo>
                  <a:lnTo>
                    <a:pt x="82190" y="22615"/>
                  </a:lnTo>
                  <a:lnTo>
                    <a:pt x="48647" y="48514"/>
                  </a:lnTo>
                  <a:lnTo>
                    <a:pt x="22694" y="82032"/>
                  </a:lnTo>
                  <a:lnTo>
                    <a:pt x="5941" y="121590"/>
                  </a:lnTo>
                  <a:lnTo>
                    <a:pt x="0" y="165608"/>
                  </a:lnTo>
                  <a:lnTo>
                    <a:pt x="5941" y="209470"/>
                  </a:lnTo>
                  <a:lnTo>
                    <a:pt x="22694" y="248924"/>
                  </a:lnTo>
                  <a:lnTo>
                    <a:pt x="48647" y="282379"/>
                  </a:lnTo>
                  <a:lnTo>
                    <a:pt x="82190" y="308245"/>
                  </a:lnTo>
                  <a:lnTo>
                    <a:pt x="121714" y="324932"/>
                  </a:lnTo>
                  <a:lnTo>
                    <a:pt x="165607" y="330847"/>
                  </a:lnTo>
                  <a:lnTo>
                    <a:pt x="209470" y="324932"/>
                  </a:lnTo>
                  <a:lnTo>
                    <a:pt x="248924" y="308245"/>
                  </a:lnTo>
                  <a:lnTo>
                    <a:pt x="282379" y="282379"/>
                  </a:lnTo>
                  <a:lnTo>
                    <a:pt x="308245" y="248924"/>
                  </a:lnTo>
                  <a:lnTo>
                    <a:pt x="324932" y="209470"/>
                  </a:lnTo>
                  <a:lnTo>
                    <a:pt x="330847" y="165608"/>
                  </a:lnTo>
                  <a:lnTo>
                    <a:pt x="324932" y="121590"/>
                  </a:lnTo>
                  <a:lnTo>
                    <a:pt x="308245" y="82032"/>
                  </a:lnTo>
                  <a:lnTo>
                    <a:pt x="282379" y="48514"/>
                  </a:lnTo>
                  <a:lnTo>
                    <a:pt x="248924" y="22615"/>
                  </a:lnTo>
                  <a:lnTo>
                    <a:pt x="209470" y="5917"/>
                  </a:lnTo>
                  <a:lnTo>
                    <a:pt x="165607" y="0"/>
                  </a:lnTo>
                  <a:close/>
                </a:path>
              </a:pathLst>
            </a:custGeom>
            <a:solidFill>
              <a:srgbClr val="00A7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11397957" y="6064199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4" h="826134">
                  <a:moveTo>
                    <a:pt x="412927" y="0"/>
                  </a:moveTo>
                  <a:lnTo>
                    <a:pt x="364802" y="2780"/>
                  </a:lnTo>
                  <a:lnTo>
                    <a:pt x="318299" y="10914"/>
                  </a:lnTo>
                  <a:lnTo>
                    <a:pt x="273729" y="24090"/>
                  </a:lnTo>
                  <a:lnTo>
                    <a:pt x="231404" y="41999"/>
                  </a:lnTo>
                  <a:lnTo>
                    <a:pt x="191635" y="64327"/>
                  </a:lnTo>
                  <a:lnTo>
                    <a:pt x="154731" y="90766"/>
                  </a:lnTo>
                  <a:lnTo>
                    <a:pt x="121005" y="121004"/>
                  </a:lnTo>
                  <a:lnTo>
                    <a:pt x="90767" y="154729"/>
                  </a:lnTo>
                  <a:lnTo>
                    <a:pt x="64328" y="191631"/>
                  </a:lnTo>
                  <a:lnTo>
                    <a:pt x="41999" y="231400"/>
                  </a:lnTo>
                  <a:lnTo>
                    <a:pt x="24090" y="273723"/>
                  </a:lnTo>
                  <a:lnTo>
                    <a:pt x="10914" y="318291"/>
                  </a:lnTo>
                  <a:lnTo>
                    <a:pt x="2780" y="364791"/>
                  </a:lnTo>
                  <a:lnTo>
                    <a:pt x="0" y="412915"/>
                  </a:lnTo>
                  <a:lnTo>
                    <a:pt x="2780" y="461040"/>
                  </a:lnTo>
                  <a:lnTo>
                    <a:pt x="10914" y="507543"/>
                  </a:lnTo>
                  <a:lnTo>
                    <a:pt x="24090" y="552113"/>
                  </a:lnTo>
                  <a:lnTo>
                    <a:pt x="41999" y="594438"/>
                  </a:lnTo>
                  <a:lnTo>
                    <a:pt x="64328" y="634207"/>
                  </a:lnTo>
                  <a:lnTo>
                    <a:pt x="90767" y="671111"/>
                  </a:lnTo>
                  <a:lnTo>
                    <a:pt x="121005" y="704837"/>
                  </a:lnTo>
                  <a:lnTo>
                    <a:pt x="154731" y="735075"/>
                  </a:lnTo>
                  <a:lnTo>
                    <a:pt x="191635" y="761514"/>
                  </a:lnTo>
                  <a:lnTo>
                    <a:pt x="231404" y="783843"/>
                  </a:lnTo>
                  <a:lnTo>
                    <a:pt x="273729" y="801751"/>
                  </a:lnTo>
                  <a:lnTo>
                    <a:pt x="318299" y="814928"/>
                  </a:lnTo>
                  <a:lnTo>
                    <a:pt x="364802" y="823062"/>
                  </a:lnTo>
                  <a:lnTo>
                    <a:pt x="412927" y="825842"/>
                  </a:lnTo>
                  <a:lnTo>
                    <a:pt x="461116" y="823062"/>
                  </a:lnTo>
                  <a:lnTo>
                    <a:pt x="507663" y="814928"/>
                  </a:lnTo>
                  <a:lnTo>
                    <a:pt x="552260" y="801751"/>
                  </a:lnTo>
                  <a:lnTo>
                    <a:pt x="594598" y="783843"/>
                  </a:lnTo>
                  <a:lnTo>
                    <a:pt x="634368" y="761514"/>
                  </a:lnTo>
                  <a:lnTo>
                    <a:pt x="671262" y="735075"/>
                  </a:lnTo>
                  <a:lnTo>
                    <a:pt x="704972" y="704837"/>
                  </a:lnTo>
                  <a:lnTo>
                    <a:pt x="735188" y="671111"/>
                  </a:lnTo>
                  <a:lnTo>
                    <a:pt x="761602" y="634207"/>
                  </a:lnTo>
                  <a:lnTo>
                    <a:pt x="783906" y="594438"/>
                  </a:lnTo>
                  <a:lnTo>
                    <a:pt x="801790" y="552113"/>
                  </a:lnTo>
                  <a:lnTo>
                    <a:pt x="814947" y="507543"/>
                  </a:lnTo>
                  <a:lnTo>
                    <a:pt x="823067" y="461040"/>
                  </a:lnTo>
                  <a:lnTo>
                    <a:pt x="825842" y="412915"/>
                  </a:lnTo>
                  <a:lnTo>
                    <a:pt x="823067" y="364791"/>
                  </a:lnTo>
                  <a:lnTo>
                    <a:pt x="814947" y="318291"/>
                  </a:lnTo>
                  <a:lnTo>
                    <a:pt x="801790" y="273723"/>
                  </a:lnTo>
                  <a:lnTo>
                    <a:pt x="783906" y="231400"/>
                  </a:lnTo>
                  <a:lnTo>
                    <a:pt x="761602" y="191631"/>
                  </a:lnTo>
                  <a:lnTo>
                    <a:pt x="735188" y="154729"/>
                  </a:lnTo>
                  <a:lnTo>
                    <a:pt x="704972" y="121004"/>
                  </a:lnTo>
                  <a:lnTo>
                    <a:pt x="671262" y="90766"/>
                  </a:lnTo>
                  <a:lnTo>
                    <a:pt x="634368" y="64327"/>
                  </a:lnTo>
                  <a:lnTo>
                    <a:pt x="594598" y="41999"/>
                  </a:lnTo>
                  <a:lnTo>
                    <a:pt x="552260" y="24090"/>
                  </a:lnTo>
                  <a:lnTo>
                    <a:pt x="507663" y="10914"/>
                  </a:lnTo>
                  <a:lnTo>
                    <a:pt x="461116" y="2780"/>
                  </a:lnTo>
                  <a:lnTo>
                    <a:pt x="412927" y="0"/>
                  </a:lnTo>
                  <a:close/>
                </a:path>
              </a:pathLst>
            </a:custGeom>
            <a:solidFill>
              <a:srgbClr val="00C8A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11645645" y="6311874"/>
              <a:ext cx="330835" cy="330835"/>
            </a:xfrm>
            <a:custGeom>
              <a:avLst/>
              <a:gdLst/>
              <a:ahLst/>
              <a:cxnLst/>
              <a:rect l="l" t="t" r="r" b="b"/>
              <a:pathLst>
                <a:path w="330834" h="330834">
                  <a:moveTo>
                    <a:pt x="165595" y="0"/>
                  </a:moveTo>
                  <a:lnTo>
                    <a:pt x="121702" y="5889"/>
                  </a:lnTo>
                  <a:lnTo>
                    <a:pt x="82181" y="22519"/>
                  </a:lnTo>
                  <a:lnTo>
                    <a:pt x="48640" y="48329"/>
                  </a:lnTo>
                  <a:lnTo>
                    <a:pt x="22691" y="81759"/>
                  </a:lnTo>
                  <a:lnTo>
                    <a:pt x="5941" y="121249"/>
                  </a:lnTo>
                  <a:lnTo>
                    <a:pt x="0" y="165239"/>
                  </a:lnTo>
                  <a:lnTo>
                    <a:pt x="5941" y="209106"/>
                  </a:lnTo>
                  <a:lnTo>
                    <a:pt x="22691" y="248561"/>
                  </a:lnTo>
                  <a:lnTo>
                    <a:pt x="48641" y="282016"/>
                  </a:lnTo>
                  <a:lnTo>
                    <a:pt x="82181" y="307880"/>
                  </a:lnTo>
                  <a:lnTo>
                    <a:pt x="121702" y="324564"/>
                  </a:lnTo>
                  <a:lnTo>
                    <a:pt x="165595" y="330479"/>
                  </a:lnTo>
                  <a:lnTo>
                    <a:pt x="209435" y="324564"/>
                  </a:lnTo>
                  <a:lnTo>
                    <a:pt x="248824" y="307880"/>
                  </a:lnTo>
                  <a:lnTo>
                    <a:pt x="282194" y="282016"/>
                  </a:lnTo>
                  <a:lnTo>
                    <a:pt x="307972" y="248561"/>
                  </a:lnTo>
                  <a:lnTo>
                    <a:pt x="324591" y="209106"/>
                  </a:lnTo>
                  <a:lnTo>
                    <a:pt x="330479" y="165239"/>
                  </a:lnTo>
                  <a:lnTo>
                    <a:pt x="324591" y="121249"/>
                  </a:lnTo>
                  <a:lnTo>
                    <a:pt x="307972" y="81759"/>
                  </a:lnTo>
                  <a:lnTo>
                    <a:pt x="282193" y="48329"/>
                  </a:lnTo>
                  <a:lnTo>
                    <a:pt x="248824" y="22519"/>
                  </a:lnTo>
                  <a:lnTo>
                    <a:pt x="209435" y="5889"/>
                  </a:lnTo>
                  <a:lnTo>
                    <a:pt x="165595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8" name="object 378"/>
          <p:cNvSpPr txBox="1"/>
          <p:nvPr/>
        </p:nvSpPr>
        <p:spPr>
          <a:xfrm>
            <a:off x="11417300" y="3354019"/>
            <a:ext cx="703580" cy="55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00C8A6"/>
                </a:solidFill>
                <a:latin typeface="Arial MT"/>
                <a:cs typeface="Arial MT"/>
              </a:rPr>
              <a:t>20+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Live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Modules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79" name="object 379"/>
          <p:cNvSpPr txBox="1"/>
          <p:nvPr/>
        </p:nvSpPr>
        <p:spPr>
          <a:xfrm>
            <a:off x="12305055" y="4436318"/>
            <a:ext cx="2813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07000"/>
              </a:lnSpc>
              <a:spcBef>
                <a:spcPts val="100"/>
              </a:spcBef>
            </a:pPr>
            <a:r>
              <a:rPr sz="700" spc="-20" dirty="0">
                <a:solidFill>
                  <a:srgbClr val="0C1016"/>
                </a:solidFill>
                <a:latin typeface="Arial MT"/>
                <a:cs typeface="Arial MT"/>
              </a:rPr>
              <a:t>LIVE</a:t>
            </a:r>
            <a:r>
              <a:rPr sz="700" spc="500" dirty="0">
                <a:solidFill>
                  <a:srgbClr val="0C101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0C1016"/>
                </a:solidFill>
                <a:latin typeface="Arial MT"/>
                <a:cs typeface="Arial MT"/>
              </a:rPr>
              <a:t>MESH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80" name="object 380"/>
          <p:cNvSpPr txBox="1"/>
          <p:nvPr/>
        </p:nvSpPr>
        <p:spPr>
          <a:xfrm>
            <a:off x="13607898" y="3187699"/>
            <a:ext cx="3429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8A939D"/>
                </a:solidFill>
                <a:latin typeface="Arial MT"/>
                <a:cs typeface="Arial MT"/>
              </a:rPr>
              <a:t>Patient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1" name="object 381"/>
          <p:cNvSpPr txBox="1"/>
          <p:nvPr/>
        </p:nvSpPr>
        <p:spPr>
          <a:xfrm>
            <a:off x="11224336" y="3060611"/>
            <a:ext cx="2844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8A939D"/>
                </a:solidFill>
                <a:latin typeface="Arial MT"/>
                <a:cs typeface="Arial MT"/>
              </a:rPr>
              <a:t>Relay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2" name="object 382"/>
          <p:cNvSpPr txBox="1"/>
          <p:nvPr/>
        </p:nvSpPr>
        <p:spPr>
          <a:xfrm>
            <a:off x="12922097" y="5854941"/>
            <a:ext cx="4425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00C8A6"/>
                </a:solidFill>
                <a:latin typeface="Arial MT"/>
                <a:cs typeface="Arial MT"/>
              </a:rPr>
              <a:t>Gateway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3" name="object 383"/>
          <p:cNvSpPr txBox="1">
            <a:spLocks noGrp="1"/>
          </p:cNvSpPr>
          <p:nvPr>
            <p:ph type="title"/>
          </p:nvPr>
        </p:nvSpPr>
        <p:spPr>
          <a:xfrm>
            <a:off x="1130300" y="2566708"/>
            <a:ext cx="443039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u="heavy" spc="459" dirty="0">
                <a:uFill>
                  <a:solidFill>
                    <a:srgbClr val="00C8A6"/>
                  </a:solidFill>
                </a:uFill>
              </a:rPr>
              <a:t>AyuL</a:t>
            </a:r>
            <a:r>
              <a:rPr sz="8800" spc="459" dirty="0"/>
              <a:t>ink</a:t>
            </a:r>
            <a:endParaRPr sz="8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22085"/>
            <a:ext cx="76835" cy="3122295"/>
            <a:chOff x="0" y="6022085"/>
            <a:chExt cx="76835" cy="3122295"/>
          </a:xfrm>
        </p:grpSpPr>
        <p:sp>
          <p:nvSpPr>
            <p:cNvPr id="3" name="object 3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765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E45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E47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399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E48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2166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E4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4C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7850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4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5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7485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51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3022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53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55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9364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57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5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570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05A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387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05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204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05E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06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0" y="4924805"/>
            <a:ext cx="76835" cy="1110615"/>
            <a:chOff x="0" y="4924805"/>
            <a:chExt cx="76835" cy="1110615"/>
          </a:xfrm>
        </p:grpSpPr>
        <p:sp>
          <p:nvSpPr>
            <p:cNvPr id="21" name="object 21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062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063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5473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06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5290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06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6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6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0" y="3644646"/>
            <a:ext cx="76835" cy="1293495"/>
            <a:chOff x="0" y="3644646"/>
            <a:chExt cx="76835" cy="1293495"/>
          </a:xfrm>
        </p:grpSpPr>
        <p:sp>
          <p:nvSpPr>
            <p:cNvPr id="28" name="object 28"/>
            <p:cNvSpPr/>
            <p:nvPr/>
          </p:nvSpPr>
          <p:spPr>
            <a:xfrm>
              <a:off x="0" y="4741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6C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6E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7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4193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7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40104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7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3827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7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177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0" y="2547366"/>
            <a:ext cx="76835" cy="1110615"/>
            <a:chOff x="0" y="2547366"/>
            <a:chExt cx="76835" cy="1110615"/>
          </a:xfrm>
        </p:grpSpPr>
        <p:sp>
          <p:nvSpPr>
            <p:cNvPr id="36" name="object 36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79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3278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7B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7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2913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7E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80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25473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82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0" y="1267205"/>
            <a:ext cx="76835" cy="1293495"/>
            <a:chOff x="0" y="1267205"/>
            <a:chExt cx="76835" cy="1293495"/>
          </a:xfrm>
        </p:grpSpPr>
        <p:sp>
          <p:nvSpPr>
            <p:cNvPr id="43" name="object 43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84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2181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86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387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815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389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38B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1450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38D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38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0" y="169926"/>
            <a:ext cx="76835" cy="1110615"/>
            <a:chOff x="0" y="169926"/>
            <a:chExt cx="76835" cy="1110615"/>
          </a:xfrm>
        </p:grpSpPr>
        <p:sp>
          <p:nvSpPr>
            <p:cNvPr id="51" name="object 51"/>
            <p:cNvSpPr/>
            <p:nvPr/>
          </p:nvSpPr>
          <p:spPr>
            <a:xfrm>
              <a:off x="0" y="10843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390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392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718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394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535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496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499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169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499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0" y="12"/>
            <a:ext cx="76835" cy="183515"/>
          </a:xfrm>
          <a:custGeom>
            <a:avLst/>
            <a:gdLst/>
            <a:ahLst/>
            <a:cxnLst/>
            <a:rect l="l" t="t" r="r" b="b"/>
            <a:pathLst>
              <a:path w="76835" h="183515">
                <a:moveTo>
                  <a:pt x="0" y="183222"/>
                </a:moveTo>
                <a:lnTo>
                  <a:pt x="76314" y="183222"/>
                </a:lnTo>
                <a:lnTo>
                  <a:pt x="76314" y="0"/>
                </a:lnTo>
                <a:lnTo>
                  <a:pt x="0" y="0"/>
                </a:lnTo>
                <a:lnTo>
                  <a:pt x="0" y="183222"/>
                </a:lnTo>
                <a:close/>
              </a:path>
            </a:pathLst>
          </a:custGeom>
          <a:solidFill>
            <a:srgbClr val="F49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15923" y="393484"/>
            <a:ext cx="1061085" cy="305435"/>
          </a:xfrm>
          <a:custGeom>
            <a:avLst/>
            <a:gdLst/>
            <a:ahLst/>
            <a:cxnLst/>
            <a:rect l="l" t="t" r="r" b="b"/>
            <a:pathLst>
              <a:path w="1061085" h="305434">
                <a:moveTo>
                  <a:pt x="984592" y="0"/>
                </a:moveTo>
                <a:lnTo>
                  <a:pt x="75958" y="0"/>
                </a:lnTo>
                <a:lnTo>
                  <a:pt x="46318" y="6007"/>
                </a:lnTo>
                <a:lnTo>
                  <a:pt x="22182" y="22409"/>
                </a:lnTo>
                <a:lnTo>
                  <a:pt x="5944" y="46773"/>
                </a:lnTo>
                <a:lnTo>
                  <a:pt x="0" y="76669"/>
                </a:lnTo>
                <a:lnTo>
                  <a:pt x="0" y="228955"/>
                </a:lnTo>
                <a:lnTo>
                  <a:pt x="5944" y="258651"/>
                </a:lnTo>
                <a:lnTo>
                  <a:pt x="22182" y="282909"/>
                </a:lnTo>
                <a:lnTo>
                  <a:pt x="46318" y="299269"/>
                </a:lnTo>
                <a:lnTo>
                  <a:pt x="75958" y="305269"/>
                </a:lnTo>
                <a:lnTo>
                  <a:pt x="984592" y="305269"/>
                </a:lnTo>
                <a:lnTo>
                  <a:pt x="1014233" y="299269"/>
                </a:lnTo>
                <a:lnTo>
                  <a:pt x="1038369" y="282909"/>
                </a:lnTo>
                <a:lnTo>
                  <a:pt x="1054607" y="258651"/>
                </a:lnTo>
                <a:lnTo>
                  <a:pt x="1060551" y="228955"/>
                </a:lnTo>
                <a:lnTo>
                  <a:pt x="1060551" y="76669"/>
                </a:lnTo>
                <a:lnTo>
                  <a:pt x="1054607" y="46773"/>
                </a:lnTo>
                <a:lnTo>
                  <a:pt x="1038369" y="22409"/>
                </a:lnTo>
                <a:lnTo>
                  <a:pt x="1014233" y="6007"/>
                </a:lnTo>
                <a:lnTo>
                  <a:pt x="984592" y="0"/>
                </a:lnTo>
                <a:close/>
              </a:path>
            </a:pathLst>
          </a:custGeom>
          <a:solidFill>
            <a:srgbClr val="EE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117701" y="471144"/>
            <a:ext cx="85851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006563" y="2657525"/>
            <a:ext cx="3553460" cy="1924685"/>
            <a:chOff x="1006563" y="2657525"/>
            <a:chExt cx="3553460" cy="1924685"/>
          </a:xfrm>
        </p:grpSpPr>
        <p:sp>
          <p:nvSpPr>
            <p:cNvPr id="61" name="object 61"/>
            <p:cNvSpPr/>
            <p:nvPr/>
          </p:nvSpPr>
          <p:spPr>
            <a:xfrm>
              <a:off x="1015923" y="2666885"/>
              <a:ext cx="3531235" cy="1905635"/>
            </a:xfrm>
            <a:custGeom>
              <a:avLst/>
              <a:gdLst/>
              <a:ahLst/>
              <a:cxnLst/>
              <a:rect l="l" t="t" r="r" b="b"/>
              <a:pathLst>
                <a:path w="3531235" h="1905635">
                  <a:moveTo>
                    <a:pt x="3403790" y="0"/>
                  </a:moveTo>
                  <a:lnTo>
                    <a:pt x="127076" y="0"/>
                  </a:lnTo>
                  <a:lnTo>
                    <a:pt x="77452" y="9982"/>
                  </a:lnTo>
                  <a:lnTo>
                    <a:pt x="37077" y="37211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1778393"/>
                  </a:lnTo>
                  <a:lnTo>
                    <a:pt x="9932" y="1827867"/>
                  </a:lnTo>
                  <a:lnTo>
                    <a:pt x="37077" y="1868258"/>
                  </a:lnTo>
                  <a:lnTo>
                    <a:pt x="77452" y="1895486"/>
                  </a:lnTo>
                  <a:lnTo>
                    <a:pt x="127076" y="1905469"/>
                  </a:lnTo>
                  <a:lnTo>
                    <a:pt x="3403790" y="1905469"/>
                  </a:lnTo>
                  <a:lnTo>
                    <a:pt x="3453266" y="1895486"/>
                  </a:lnTo>
                  <a:lnTo>
                    <a:pt x="3493662" y="1868258"/>
                  </a:lnTo>
                  <a:lnTo>
                    <a:pt x="3520894" y="1827867"/>
                  </a:lnTo>
                  <a:lnTo>
                    <a:pt x="3530879" y="1778393"/>
                  </a:lnTo>
                  <a:lnTo>
                    <a:pt x="3530879" y="127076"/>
                  </a:lnTo>
                  <a:lnTo>
                    <a:pt x="3520894" y="77602"/>
                  </a:lnTo>
                  <a:lnTo>
                    <a:pt x="3493662" y="37211"/>
                  </a:lnTo>
                  <a:lnTo>
                    <a:pt x="3453266" y="9982"/>
                  </a:lnTo>
                  <a:lnTo>
                    <a:pt x="3403790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15923" y="2666885"/>
              <a:ext cx="3531235" cy="1905635"/>
            </a:xfrm>
            <a:custGeom>
              <a:avLst/>
              <a:gdLst/>
              <a:ahLst/>
              <a:cxnLst/>
              <a:rect l="l" t="t" r="r" b="b"/>
              <a:pathLst>
                <a:path w="3531235" h="1905635">
                  <a:moveTo>
                    <a:pt x="127076" y="1905469"/>
                  </a:moveTo>
                  <a:lnTo>
                    <a:pt x="3403790" y="1905469"/>
                  </a:lnTo>
                  <a:lnTo>
                    <a:pt x="3453266" y="1895486"/>
                  </a:lnTo>
                  <a:lnTo>
                    <a:pt x="3493662" y="1868258"/>
                  </a:lnTo>
                  <a:lnTo>
                    <a:pt x="3520894" y="1827867"/>
                  </a:lnTo>
                  <a:lnTo>
                    <a:pt x="3530879" y="1778393"/>
                  </a:lnTo>
                  <a:lnTo>
                    <a:pt x="3530879" y="127076"/>
                  </a:lnTo>
                  <a:lnTo>
                    <a:pt x="3520894" y="77602"/>
                  </a:lnTo>
                  <a:lnTo>
                    <a:pt x="3493662" y="37211"/>
                  </a:lnTo>
                  <a:lnTo>
                    <a:pt x="3453266" y="9982"/>
                  </a:lnTo>
                  <a:lnTo>
                    <a:pt x="3403790" y="0"/>
                  </a:lnTo>
                  <a:lnTo>
                    <a:pt x="127076" y="0"/>
                  </a:lnTo>
                  <a:lnTo>
                    <a:pt x="77452" y="9982"/>
                  </a:lnTo>
                  <a:lnTo>
                    <a:pt x="37077" y="37211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1778393"/>
                  </a:lnTo>
                  <a:lnTo>
                    <a:pt x="9932" y="1827867"/>
                  </a:lnTo>
                  <a:lnTo>
                    <a:pt x="37077" y="1868258"/>
                  </a:lnTo>
                  <a:lnTo>
                    <a:pt x="77452" y="1895486"/>
                  </a:lnTo>
                  <a:lnTo>
                    <a:pt x="127076" y="1905469"/>
                  </a:lnTo>
                  <a:close/>
                </a:path>
              </a:pathLst>
            </a:custGeom>
            <a:ln w="1871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28522" y="2679484"/>
              <a:ext cx="3531235" cy="64135"/>
            </a:xfrm>
            <a:custGeom>
              <a:avLst/>
              <a:gdLst/>
              <a:ahLst/>
              <a:cxnLst/>
              <a:rect l="l" t="t" r="r" b="b"/>
              <a:pathLst>
                <a:path w="3531235" h="64135">
                  <a:moveTo>
                    <a:pt x="3505314" y="0"/>
                  </a:moveTo>
                  <a:lnTo>
                    <a:pt x="25196" y="0"/>
                  </a:lnTo>
                  <a:lnTo>
                    <a:pt x="15339" y="1961"/>
                  </a:lnTo>
                  <a:lnTo>
                    <a:pt x="7335" y="7331"/>
                  </a:lnTo>
                  <a:lnTo>
                    <a:pt x="1963" y="15334"/>
                  </a:lnTo>
                  <a:lnTo>
                    <a:pt x="0" y="25196"/>
                  </a:lnTo>
                  <a:lnTo>
                    <a:pt x="0" y="38150"/>
                  </a:lnTo>
                  <a:lnTo>
                    <a:pt x="1963" y="48221"/>
                  </a:lnTo>
                  <a:lnTo>
                    <a:pt x="7335" y="56334"/>
                  </a:lnTo>
                  <a:lnTo>
                    <a:pt x="15339" y="61746"/>
                  </a:lnTo>
                  <a:lnTo>
                    <a:pt x="25196" y="63715"/>
                  </a:lnTo>
                  <a:lnTo>
                    <a:pt x="3505314" y="63715"/>
                  </a:lnTo>
                  <a:lnTo>
                    <a:pt x="3515234" y="61746"/>
                  </a:lnTo>
                  <a:lnTo>
                    <a:pt x="3523364" y="56334"/>
                  </a:lnTo>
                  <a:lnTo>
                    <a:pt x="3528860" y="48221"/>
                  </a:lnTo>
                  <a:lnTo>
                    <a:pt x="3530879" y="38150"/>
                  </a:lnTo>
                  <a:lnTo>
                    <a:pt x="3530879" y="25196"/>
                  </a:lnTo>
                  <a:lnTo>
                    <a:pt x="3528860" y="15334"/>
                  </a:lnTo>
                  <a:lnTo>
                    <a:pt x="3523364" y="7331"/>
                  </a:lnTo>
                  <a:lnTo>
                    <a:pt x="3515234" y="1961"/>
                  </a:lnTo>
                  <a:lnTo>
                    <a:pt x="3505314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140970">
              <a:lnSpc>
                <a:spcPts val="4800"/>
              </a:lnSpc>
              <a:spcBef>
                <a:spcPts val="660"/>
              </a:spcBef>
            </a:pPr>
            <a:r>
              <a:rPr spc="105" dirty="0"/>
              <a:t>Healthcare</a:t>
            </a:r>
            <a:r>
              <a:rPr spc="5" dirty="0"/>
              <a:t> </a:t>
            </a:r>
            <a:r>
              <a:rPr spc="75" dirty="0"/>
              <a:t>Has</a:t>
            </a:r>
            <a:r>
              <a:rPr spc="10" dirty="0"/>
              <a:t> </a:t>
            </a:r>
            <a:r>
              <a:rPr spc="-50" dirty="0"/>
              <a:t>a </a:t>
            </a:r>
            <a:r>
              <a:rPr spc="185" dirty="0">
                <a:solidFill>
                  <a:srgbClr val="EE4343"/>
                </a:solidFill>
              </a:rPr>
              <a:t>Connectivity</a:t>
            </a:r>
            <a:r>
              <a:rPr spc="30" dirty="0">
                <a:solidFill>
                  <a:srgbClr val="EE4343"/>
                </a:solidFill>
              </a:rPr>
              <a:t> </a:t>
            </a:r>
            <a:r>
              <a:rPr spc="185" dirty="0">
                <a:solidFill>
                  <a:srgbClr val="EE4343"/>
                </a:solidFill>
              </a:rPr>
              <a:t>Crisis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8A939D"/>
                </a:solidFill>
              </a:rPr>
              <a:t>Not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a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rural</a:t>
            </a:r>
            <a:r>
              <a:rPr sz="1200" spc="-2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problem.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Not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an</a:t>
            </a:r>
            <a:r>
              <a:rPr sz="1200" spc="-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elderly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problem.</a:t>
            </a:r>
            <a:r>
              <a:rPr sz="1200" spc="-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A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universal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infrastructure</a:t>
            </a:r>
            <a:r>
              <a:rPr sz="1200" spc="-10" dirty="0">
                <a:solidFill>
                  <a:srgbClr val="8A939D"/>
                </a:solidFill>
              </a:rPr>
              <a:t> failure.</a:t>
            </a:r>
            <a:endParaRPr sz="1200"/>
          </a:p>
        </p:txBody>
      </p:sp>
      <p:grpSp>
        <p:nvGrpSpPr>
          <p:cNvPr id="65" name="object 65"/>
          <p:cNvGrpSpPr/>
          <p:nvPr/>
        </p:nvGrpSpPr>
        <p:grpSpPr>
          <a:xfrm>
            <a:off x="4689360" y="2657525"/>
            <a:ext cx="3550285" cy="1924685"/>
            <a:chOff x="4689360" y="2657525"/>
            <a:chExt cx="3550285" cy="1924685"/>
          </a:xfrm>
        </p:grpSpPr>
        <p:sp>
          <p:nvSpPr>
            <p:cNvPr id="66" name="object 66"/>
            <p:cNvSpPr/>
            <p:nvPr/>
          </p:nvSpPr>
          <p:spPr>
            <a:xfrm>
              <a:off x="4698720" y="2666885"/>
              <a:ext cx="3531235" cy="1905635"/>
            </a:xfrm>
            <a:custGeom>
              <a:avLst/>
              <a:gdLst/>
              <a:ahLst/>
              <a:cxnLst/>
              <a:rect l="l" t="t" r="r" b="b"/>
              <a:pathLst>
                <a:path w="3531234" h="1905635">
                  <a:moveTo>
                    <a:pt x="3404158" y="0"/>
                  </a:moveTo>
                  <a:lnTo>
                    <a:pt x="127076" y="0"/>
                  </a:lnTo>
                  <a:lnTo>
                    <a:pt x="77607" y="9982"/>
                  </a:lnTo>
                  <a:lnTo>
                    <a:pt x="37215" y="37211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778393"/>
                  </a:lnTo>
                  <a:lnTo>
                    <a:pt x="9984" y="1827867"/>
                  </a:lnTo>
                  <a:lnTo>
                    <a:pt x="37215" y="1868258"/>
                  </a:lnTo>
                  <a:lnTo>
                    <a:pt x="77607" y="1895486"/>
                  </a:lnTo>
                  <a:lnTo>
                    <a:pt x="127076" y="1905469"/>
                  </a:lnTo>
                  <a:lnTo>
                    <a:pt x="3404158" y="1905469"/>
                  </a:lnTo>
                  <a:lnTo>
                    <a:pt x="3453632" y="1895486"/>
                  </a:lnTo>
                  <a:lnTo>
                    <a:pt x="3494024" y="1868258"/>
                  </a:lnTo>
                  <a:lnTo>
                    <a:pt x="3521252" y="1827867"/>
                  </a:lnTo>
                  <a:lnTo>
                    <a:pt x="3531235" y="1778393"/>
                  </a:lnTo>
                  <a:lnTo>
                    <a:pt x="3531235" y="127076"/>
                  </a:lnTo>
                  <a:lnTo>
                    <a:pt x="3521252" y="77602"/>
                  </a:lnTo>
                  <a:lnTo>
                    <a:pt x="3494024" y="37211"/>
                  </a:lnTo>
                  <a:lnTo>
                    <a:pt x="3453632" y="9982"/>
                  </a:lnTo>
                  <a:lnTo>
                    <a:pt x="3404158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698720" y="2666885"/>
              <a:ext cx="3531235" cy="1905635"/>
            </a:xfrm>
            <a:custGeom>
              <a:avLst/>
              <a:gdLst/>
              <a:ahLst/>
              <a:cxnLst/>
              <a:rect l="l" t="t" r="r" b="b"/>
              <a:pathLst>
                <a:path w="3531234" h="1905635">
                  <a:moveTo>
                    <a:pt x="127076" y="1905469"/>
                  </a:moveTo>
                  <a:lnTo>
                    <a:pt x="3404158" y="1905469"/>
                  </a:lnTo>
                  <a:lnTo>
                    <a:pt x="3453632" y="1895486"/>
                  </a:lnTo>
                  <a:lnTo>
                    <a:pt x="3494024" y="1868258"/>
                  </a:lnTo>
                  <a:lnTo>
                    <a:pt x="3521252" y="1827867"/>
                  </a:lnTo>
                  <a:lnTo>
                    <a:pt x="3531235" y="1778393"/>
                  </a:lnTo>
                  <a:lnTo>
                    <a:pt x="3531235" y="127076"/>
                  </a:lnTo>
                  <a:lnTo>
                    <a:pt x="3521252" y="77602"/>
                  </a:lnTo>
                  <a:lnTo>
                    <a:pt x="3494024" y="37211"/>
                  </a:lnTo>
                  <a:lnTo>
                    <a:pt x="3453632" y="9982"/>
                  </a:lnTo>
                  <a:lnTo>
                    <a:pt x="3404158" y="0"/>
                  </a:lnTo>
                  <a:lnTo>
                    <a:pt x="127076" y="0"/>
                  </a:lnTo>
                  <a:lnTo>
                    <a:pt x="77607" y="9982"/>
                  </a:lnTo>
                  <a:lnTo>
                    <a:pt x="37215" y="37211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778393"/>
                  </a:lnTo>
                  <a:lnTo>
                    <a:pt x="9984" y="1827867"/>
                  </a:lnTo>
                  <a:lnTo>
                    <a:pt x="37215" y="1868258"/>
                  </a:lnTo>
                  <a:lnTo>
                    <a:pt x="77607" y="1895486"/>
                  </a:lnTo>
                  <a:lnTo>
                    <a:pt x="127076" y="1905469"/>
                  </a:lnTo>
                  <a:close/>
                </a:path>
              </a:pathLst>
            </a:custGeom>
            <a:ln w="1871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/>
          <p:nvPr/>
        </p:nvSpPr>
        <p:spPr>
          <a:xfrm>
            <a:off x="4698720" y="2669044"/>
            <a:ext cx="3531235" cy="64135"/>
          </a:xfrm>
          <a:custGeom>
            <a:avLst/>
            <a:gdLst/>
            <a:ahLst/>
            <a:cxnLst/>
            <a:rect l="l" t="t" r="r" b="b"/>
            <a:pathLst>
              <a:path w="3531234" h="64135">
                <a:moveTo>
                  <a:pt x="3505682" y="0"/>
                </a:moveTo>
                <a:lnTo>
                  <a:pt x="25565" y="0"/>
                </a:lnTo>
                <a:lnTo>
                  <a:pt x="15644" y="1961"/>
                </a:lnTo>
                <a:lnTo>
                  <a:pt x="7515" y="7331"/>
                </a:lnTo>
                <a:lnTo>
                  <a:pt x="2019" y="15334"/>
                </a:lnTo>
                <a:lnTo>
                  <a:pt x="0" y="25196"/>
                </a:lnTo>
                <a:lnTo>
                  <a:pt x="0" y="38150"/>
                </a:lnTo>
                <a:lnTo>
                  <a:pt x="2019" y="48221"/>
                </a:lnTo>
                <a:lnTo>
                  <a:pt x="7515" y="56334"/>
                </a:lnTo>
                <a:lnTo>
                  <a:pt x="15644" y="61746"/>
                </a:lnTo>
                <a:lnTo>
                  <a:pt x="25565" y="63715"/>
                </a:lnTo>
                <a:lnTo>
                  <a:pt x="3505682" y="63715"/>
                </a:lnTo>
                <a:lnTo>
                  <a:pt x="3515595" y="61746"/>
                </a:lnTo>
                <a:lnTo>
                  <a:pt x="3523721" y="56334"/>
                </a:lnTo>
                <a:lnTo>
                  <a:pt x="3529215" y="48221"/>
                </a:lnTo>
                <a:lnTo>
                  <a:pt x="3531235" y="38150"/>
                </a:lnTo>
                <a:lnTo>
                  <a:pt x="3531235" y="25196"/>
                </a:lnTo>
                <a:lnTo>
                  <a:pt x="3529215" y="15334"/>
                </a:lnTo>
                <a:lnTo>
                  <a:pt x="3523721" y="7331"/>
                </a:lnTo>
                <a:lnTo>
                  <a:pt x="3515595" y="1961"/>
                </a:lnTo>
                <a:lnTo>
                  <a:pt x="3505682" y="0"/>
                </a:lnTo>
                <a:close/>
              </a:path>
            </a:pathLst>
          </a:custGeom>
          <a:solidFill>
            <a:srgbClr val="F4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809623" y="3085109"/>
            <a:ext cx="1960880" cy="104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solidFill>
                  <a:srgbClr val="EE4343"/>
                </a:solidFill>
                <a:latin typeface="Arial MT"/>
                <a:cs typeface="Arial MT"/>
              </a:rPr>
              <a:t>600M+</a:t>
            </a:r>
            <a:endParaRPr sz="3400">
              <a:latin typeface="Arial MT"/>
              <a:cs typeface="Arial MT"/>
            </a:endParaRPr>
          </a:p>
          <a:p>
            <a:pPr marR="13970" algn="ctr">
              <a:lnSpc>
                <a:spcPct val="100000"/>
              </a:lnSpc>
              <a:spcBef>
                <a:spcPts val="930"/>
              </a:spcBef>
            </a:pPr>
            <a:r>
              <a:rPr sz="1000" spc="20" dirty="0">
                <a:solidFill>
                  <a:srgbClr val="FFFFFF"/>
                </a:solidFill>
                <a:latin typeface="Arial MT"/>
                <a:cs typeface="Arial MT"/>
              </a:rPr>
              <a:t>Unmonitored</a:t>
            </a:r>
            <a:r>
              <a:rPr sz="10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Patients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Chronic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disease,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post-surgery,</a:t>
            </a:r>
            <a:r>
              <a:rPr sz="900" spc="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elderly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8381885" y="2666885"/>
            <a:ext cx="3531235" cy="1905635"/>
            <a:chOff x="8381885" y="2666885"/>
            <a:chExt cx="3531235" cy="1905635"/>
          </a:xfrm>
        </p:grpSpPr>
        <p:sp>
          <p:nvSpPr>
            <p:cNvPr id="71" name="object 71"/>
            <p:cNvSpPr/>
            <p:nvPr/>
          </p:nvSpPr>
          <p:spPr>
            <a:xfrm>
              <a:off x="8381885" y="2666885"/>
              <a:ext cx="3531235" cy="1905635"/>
            </a:xfrm>
            <a:custGeom>
              <a:avLst/>
              <a:gdLst/>
              <a:ahLst/>
              <a:cxnLst/>
              <a:rect l="l" t="t" r="r" b="b"/>
              <a:pathLst>
                <a:path w="3531234" h="1905635">
                  <a:moveTo>
                    <a:pt x="3403790" y="0"/>
                  </a:moveTo>
                  <a:lnTo>
                    <a:pt x="127076" y="0"/>
                  </a:lnTo>
                  <a:lnTo>
                    <a:pt x="77602" y="9982"/>
                  </a:lnTo>
                  <a:lnTo>
                    <a:pt x="37210" y="37211"/>
                  </a:lnTo>
                  <a:lnTo>
                    <a:pt x="9982" y="77602"/>
                  </a:lnTo>
                  <a:lnTo>
                    <a:pt x="0" y="127076"/>
                  </a:lnTo>
                  <a:lnTo>
                    <a:pt x="0" y="1778393"/>
                  </a:lnTo>
                  <a:lnTo>
                    <a:pt x="9982" y="1827867"/>
                  </a:lnTo>
                  <a:lnTo>
                    <a:pt x="37210" y="1868258"/>
                  </a:lnTo>
                  <a:lnTo>
                    <a:pt x="77602" y="1895486"/>
                  </a:lnTo>
                  <a:lnTo>
                    <a:pt x="127076" y="1905469"/>
                  </a:lnTo>
                  <a:lnTo>
                    <a:pt x="3403790" y="1905469"/>
                  </a:lnTo>
                  <a:lnTo>
                    <a:pt x="3453266" y="1895486"/>
                  </a:lnTo>
                  <a:lnTo>
                    <a:pt x="3493662" y="1868258"/>
                  </a:lnTo>
                  <a:lnTo>
                    <a:pt x="3520894" y="1827867"/>
                  </a:lnTo>
                  <a:lnTo>
                    <a:pt x="3530879" y="1778393"/>
                  </a:lnTo>
                  <a:lnTo>
                    <a:pt x="3530879" y="127076"/>
                  </a:lnTo>
                  <a:lnTo>
                    <a:pt x="3520894" y="77602"/>
                  </a:lnTo>
                  <a:lnTo>
                    <a:pt x="3493662" y="37211"/>
                  </a:lnTo>
                  <a:lnTo>
                    <a:pt x="3453266" y="9982"/>
                  </a:lnTo>
                  <a:lnTo>
                    <a:pt x="3403790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1885" y="2666885"/>
              <a:ext cx="3531235" cy="1905635"/>
            </a:xfrm>
            <a:custGeom>
              <a:avLst/>
              <a:gdLst/>
              <a:ahLst/>
              <a:cxnLst/>
              <a:rect l="l" t="t" r="r" b="b"/>
              <a:pathLst>
                <a:path w="3531234" h="1905635">
                  <a:moveTo>
                    <a:pt x="127076" y="1905469"/>
                  </a:moveTo>
                  <a:lnTo>
                    <a:pt x="3403790" y="1905469"/>
                  </a:lnTo>
                  <a:lnTo>
                    <a:pt x="3453266" y="1895486"/>
                  </a:lnTo>
                  <a:lnTo>
                    <a:pt x="3493662" y="1868258"/>
                  </a:lnTo>
                  <a:lnTo>
                    <a:pt x="3520894" y="1827867"/>
                  </a:lnTo>
                  <a:lnTo>
                    <a:pt x="3530879" y="1778393"/>
                  </a:lnTo>
                  <a:lnTo>
                    <a:pt x="3530879" y="127076"/>
                  </a:lnTo>
                  <a:lnTo>
                    <a:pt x="3520894" y="77602"/>
                  </a:lnTo>
                  <a:lnTo>
                    <a:pt x="3493662" y="37211"/>
                  </a:lnTo>
                  <a:lnTo>
                    <a:pt x="3453266" y="9982"/>
                  </a:lnTo>
                  <a:lnTo>
                    <a:pt x="3403790" y="0"/>
                  </a:lnTo>
                  <a:lnTo>
                    <a:pt x="127076" y="0"/>
                  </a:lnTo>
                  <a:lnTo>
                    <a:pt x="77602" y="9982"/>
                  </a:lnTo>
                  <a:lnTo>
                    <a:pt x="37210" y="37211"/>
                  </a:lnTo>
                  <a:lnTo>
                    <a:pt x="9982" y="77602"/>
                  </a:lnTo>
                  <a:lnTo>
                    <a:pt x="0" y="127076"/>
                  </a:lnTo>
                  <a:lnTo>
                    <a:pt x="0" y="1778393"/>
                  </a:lnTo>
                  <a:lnTo>
                    <a:pt x="9982" y="1827867"/>
                  </a:lnTo>
                  <a:lnTo>
                    <a:pt x="37210" y="1868258"/>
                  </a:lnTo>
                  <a:lnTo>
                    <a:pt x="77602" y="1895486"/>
                  </a:lnTo>
                  <a:lnTo>
                    <a:pt x="127076" y="1905469"/>
                  </a:lnTo>
                  <a:close/>
                </a:path>
              </a:pathLst>
            </a:custGeom>
            <a:ln w="187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1885" y="2669044"/>
              <a:ext cx="3531235" cy="64135"/>
            </a:xfrm>
            <a:custGeom>
              <a:avLst/>
              <a:gdLst/>
              <a:ahLst/>
              <a:cxnLst/>
              <a:rect l="l" t="t" r="r" b="b"/>
              <a:pathLst>
                <a:path w="3531234" h="64135">
                  <a:moveTo>
                    <a:pt x="3505669" y="0"/>
                  </a:moveTo>
                  <a:lnTo>
                    <a:pt x="25196" y="0"/>
                  </a:lnTo>
                  <a:lnTo>
                    <a:pt x="15334" y="1961"/>
                  </a:lnTo>
                  <a:lnTo>
                    <a:pt x="7331" y="7331"/>
                  </a:lnTo>
                  <a:lnTo>
                    <a:pt x="1961" y="15334"/>
                  </a:lnTo>
                  <a:lnTo>
                    <a:pt x="0" y="25196"/>
                  </a:lnTo>
                  <a:lnTo>
                    <a:pt x="0" y="38150"/>
                  </a:lnTo>
                  <a:lnTo>
                    <a:pt x="1961" y="48221"/>
                  </a:lnTo>
                  <a:lnTo>
                    <a:pt x="7331" y="56334"/>
                  </a:lnTo>
                  <a:lnTo>
                    <a:pt x="15334" y="61746"/>
                  </a:lnTo>
                  <a:lnTo>
                    <a:pt x="25196" y="63715"/>
                  </a:lnTo>
                  <a:lnTo>
                    <a:pt x="3505669" y="63715"/>
                  </a:lnTo>
                  <a:lnTo>
                    <a:pt x="3515534" y="61746"/>
                  </a:lnTo>
                  <a:lnTo>
                    <a:pt x="3523541" y="56334"/>
                  </a:lnTo>
                  <a:lnTo>
                    <a:pt x="3528915" y="48221"/>
                  </a:lnTo>
                  <a:lnTo>
                    <a:pt x="3530879" y="38150"/>
                  </a:lnTo>
                  <a:lnTo>
                    <a:pt x="3530879" y="25196"/>
                  </a:lnTo>
                  <a:lnTo>
                    <a:pt x="3528915" y="15334"/>
                  </a:lnTo>
                  <a:lnTo>
                    <a:pt x="3523541" y="7331"/>
                  </a:lnTo>
                  <a:lnTo>
                    <a:pt x="3515534" y="1961"/>
                  </a:lnTo>
                  <a:lnTo>
                    <a:pt x="3505669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767095" y="3085109"/>
            <a:ext cx="1390015" cy="104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F49D0A"/>
                </a:solidFill>
                <a:latin typeface="Arial MT"/>
                <a:cs typeface="Arial MT"/>
              </a:rPr>
              <a:t>45</a:t>
            </a:r>
            <a:r>
              <a:rPr sz="3400" spc="-25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3400" spc="150" dirty="0">
                <a:solidFill>
                  <a:srgbClr val="F49D0A"/>
                </a:solidFill>
                <a:latin typeface="Arial MT"/>
                <a:cs typeface="Arial MT"/>
              </a:rPr>
              <a:t>min</a:t>
            </a:r>
            <a:endParaRPr sz="3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sz="1000" spc="10" dirty="0">
                <a:solidFill>
                  <a:srgbClr val="FFFFFF"/>
                </a:solidFill>
                <a:latin typeface="Arial MT"/>
                <a:cs typeface="Arial MT"/>
              </a:rPr>
              <a:t>Emergency</a:t>
            </a:r>
            <a:r>
              <a:rPr sz="1000" spc="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Delay</a:t>
            </a:r>
            <a:endParaRPr sz="1000">
              <a:latin typeface="Arial MT"/>
              <a:cs typeface="Arial MT"/>
            </a:endParaRPr>
          </a:p>
          <a:p>
            <a:pPr marL="10795" algn="ctr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vs 8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min in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metro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India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2055322" y="2657525"/>
            <a:ext cx="3550285" cy="1924685"/>
            <a:chOff x="12055322" y="2657525"/>
            <a:chExt cx="3550285" cy="1924685"/>
          </a:xfrm>
        </p:grpSpPr>
        <p:sp>
          <p:nvSpPr>
            <p:cNvPr id="76" name="object 76"/>
            <p:cNvSpPr/>
            <p:nvPr/>
          </p:nvSpPr>
          <p:spPr>
            <a:xfrm>
              <a:off x="12064682" y="2666885"/>
              <a:ext cx="3531235" cy="1905635"/>
            </a:xfrm>
            <a:custGeom>
              <a:avLst/>
              <a:gdLst/>
              <a:ahLst/>
              <a:cxnLst/>
              <a:rect l="l" t="t" r="r" b="b"/>
              <a:pathLst>
                <a:path w="3531234" h="1905635">
                  <a:moveTo>
                    <a:pt x="3404158" y="0"/>
                  </a:moveTo>
                  <a:lnTo>
                    <a:pt x="127076" y="0"/>
                  </a:lnTo>
                  <a:lnTo>
                    <a:pt x="77607" y="9982"/>
                  </a:lnTo>
                  <a:lnTo>
                    <a:pt x="37215" y="37211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778393"/>
                  </a:lnTo>
                  <a:lnTo>
                    <a:pt x="9984" y="1827867"/>
                  </a:lnTo>
                  <a:lnTo>
                    <a:pt x="37215" y="1868258"/>
                  </a:lnTo>
                  <a:lnTo>
                    <a:pt x="77607" y="1895486"/>
                  </a:lnTo>
                  <a:lnTo>
                    <a:pt x="127076" y="1905469"/>
                  </a:lnTo>
                  <a:lnTo>
                    <a:pt x="3404158" y="1905469"/>
                  </a:lnTo>
                  <a:lnTo>
                    <a:pt x="3453627" y="1895486"/>
                  </a:lnTo>
                  <a:lnTo>
                    <a:pt x="3494019" y="1868258"/>
                  </a:lnTo>
                  <a:lnTo>
                    <a:pt x="3521250" y="1827867"/>
                  </a:lnTo>
                  <a:lnTo>
                    <a:pt x="3531235" y="1778393"/>
                  </a:lnTo>
                  <a:lnTo>
                    <a:pt x="3531235" y="127076"/>
                  </a:lnTo>
                  <a:lnTo>
                    <a:pt x="3521250" y="77602"/>
                  </a:lnTo>
                  <a:lnTo>
                    <a:pt x="3494019" y="37211"/>
                  </a:lnTo>
                  <a:lnTo>
                    <a:pt x="3453627" y="9982"/>
                  </a:lnTo>
                  <a:lnTo>
                    <a:pt x="3404158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2064682" y="2666885"/>
              <a:ext cx="3531235" cy="1905635"/>
            </a:xfrm>
            <a:custGeom>
              <a:avLst/>
              <a:gdLst/>
              <a:ahLst/>
              <a:cxnLst/>
              <a:rect l="l" t="t" r="r" b="b"/>
              <a:pathLst>
                <a:path w="3531234" h="1905635">
                  <a:moveTo>
                    <a:pt x="127076" y="1905469"/>
                  </a:moveTo>
                  <a:lnTo>
                    <a:pt x="3404158" y="1905469"/>
                  </a:lnTo>
                  <a:lnTo>
                    <a:pt x="3453627" y="1895486"/>
                  </a:lnTo>
                  <a:lnTo>
                    <a:pt x="3494019" y="1868258"/>
                  </a:lnTo>
                  <a:lnTo>
                    <a:pt x="3521250" y="1827867"/>
                  </a:lnTo>
                  <a:lnTo>
                    <a:pt x="3531235" y="1778393"/>
                  </a:lnTo>
                  <a:lnTo>
                    <a:pt x="3531235" y="127076"/>
                  </a:lnTo>
                  <a:lnTo>
                    <a:pt x="3521250" y="77602"/>
                  </a:lnTo>
                  <a:lnTo>
                    <a:pt x="3494019" y="37211"/>
                  </a:lnTo>
                  <a:lnTo>
                    <a:pt x="3453627" y="9982"/>
                  </a:lnTo>
                  <a:lnTo>
                    <a:pt x="3404158" y="0"/>
                  </a:lnTo>
                  <a:lnTo>
                    <a:pt x="127076" y="0"/>
                  </a:lnTo>
                  <a:lnTo>
                    <a:pt x="77607" y="9982"/>
                  </a:lnTo>
                  <a:lnTo>
                    <a:pt x="37215" y="37211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778393"/>
                  </a:lnTo>
                  <a:lnTo>
                    <a:pt x="9984" y="1827867"/>
                  </a:lnTo>
                  <a:lnTo>
                    <a:pt x="37215" y="1868258"/>
                  </a:lnTo>
                  <a:lnTo>
                    <a:pt x="77607" y="1895486"/>
                  </a:lnTo>
                  <a:lnTo>
                    <a:pt x="127076" y="1905469"/>
                  </a:lnTo>
                  <a:close/>
                </a:path>
              </a:pathLst>
            </a:custGeom>
            <a:ln w="1871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9267025" y="3085109"/>
            <a:ext cx="1773555" cy="104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95"/>
              </a:spcBef>
            </a:pPr>
            <a:r>
              <a:rPr sz="3400" spc="-25" dirty="0">
                <a:solidFill>
                  <a:srgbClr val="00C8A6"/>
                </a:solidFill>
                <a:latin typeface="Arial MT"/>
                <a:cs typeface="Arial MT"/>
              </a:rPr>
              <a:t>40%</a:t>
            </a:r>
            <a:endParaRPr sz="3400">
              <a:latin typeface="Arial MT"/>
              <a:cs typeface="Arial MT"/>
            </a:endParaRPr>
          </a:p>
          <a:p>
            <a:pPr marR="6350" algn="ctr">
              <a:lnSpc>
                <a:spcPct val="100000"/>
              </a:lnSpc>
              <a:spcBef>
                <a:spcPts val="93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Non-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Adherence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Medication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compliance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failure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rate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3080860" y="3085109"/>
            <a:ext cx="1510665" cy="104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5"/>
              </a:spcBef>
            </a:pPr>
            <a:r>
              <a:rPr sz="3400" spc="-50" dirty="0">
                <a:solidFill>
                  <a:srgbClr val="7B39EC"/>
                </a:solidFill>
                <a:latin typeface="Arial MT"/>
                <a:cs typeface="Arial MT"/>
              </a:rPr>
              <a:t>0</a:t>
            </a:r>
            <a:endParaRPr sz="3400">
              <a:latin typeface="Arial MT"/>
              <a:cs typeface="Arial MT"/>
            </a:endParaRPr>
          </a:p>
          <a:p>
            <a:pPr marR="6350" algn="ctr">
              <a:lnSpc>
                <a:spcPct val="100000"/>
              </a:lnSpc>
              <a:spcBef>
                <a:spcPts val="93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Platforms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Work without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internet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in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India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81" name="object 8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120" y="5092560"/>
            <a:ext cx="102235" cy="101879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1244523" y="5448236"/>
            <a:ext cx="959485" cy="203835"/>
          </a:xfrm>
          <a:custGeom>
            <a:avLst/>
            <a:gdLst/>
            <a:ahLst/>
            <a:cxnLst/>
            <a:rect l="l" t="t" r="r" b="b"/>
            <a:pathLst>
              <a:path w="959485" h="203835">
                <a:moveTo>
                  <a:pt x="883437" y="0"/>
                </a:moveTo>
                <a:lnTo>
                  <a:pt x="75958" y="0"/>
                </a:lnTo>
                <a:lnTo>
                  <a:pt x="46318" y="5946"/>
                </a:lnTo>
                <a:lnTo>
                  <a:pt x="22182" y="22186"/>
                </a:lnTo>
                <a:lnTo>
                  <a:pt x="5944" y="46323"/>
                </a:lnTo>
                <a:lnTo>
                  <a:pt x="0" y="75958"/>
                </a:lnTo>
                <a:lnTo>
                  <a:pt x="0" y="126720"/>
                </a:lnTo>
                <a:lnTo>
                  <a:pt x="5944" y="156624"/>
                </a:lnTo>
                <a:lnTo>
                  <a:pt x="22182" y="180992"/>
                </a:lnTo>
                <a:lnTo>
                  <a:pt x="46318" y="197395"/>
                </a:lnTo>
                <a:lnTo>
                  <a:pt x="75958" y="203403"/>
                </a:lnTo>
                <a:lnTo>
                  <a:pt x="883437" y="203403"/>
                </a:lnTo>
                <a:lnTo>
                  <a:pt x="913072" y="197395"/>
                </a:lnTo>
                <a:lnTo>
                  <a:pt x="937209" y="180992"/>
                </a:lnTo>
                <a:lnTo>
                  <a:pt x="953449" y="156624"/>
                </a:lnTo>
                <a:lnTo>
                  <a:pt x="959396" y="126720"/>
                </a:lnTo>
                <a:lnTo>
                  <a:pt x="959396" y="75958"/>
                </a:lnTo>
                <a:lnTo>
                  <a:pt x="953449" y="46323"/>
                </a:lnTo>
                <a:lnTo>
                  <a:pt x="937209" y="22186"/>
                </a:lnTo>
                <a:lnTo>
                  <a:pt x="913072" y="5946"/>
                </a:lnTo>
                <a:lnTo>
                  <a:pt x="883437" y="0"/>
                </a:lnTo>
                <a:close/>
              </a:path>
            </a:pathLst>
          </a:custGeom>
          <a:solidFill>
            <a:srgbClr val="2F3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3" name="object 8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1722" y="5092560"/>
            <a:ext cx="101879" cy="101879"/>
          </a:xfrm>
          <a:prstGeom prst="rect">
            <a:avLst/>
          </a:prstGeom>
        </p:spPr>
      </p:pic>
      <p:sp>
        <p:nvSpPr>
          <p:cNvPr id="84" name="object 84"/>
          <p:cNvSpPr txBox="1"/>
          <p:nvPr/>
        </p:nvSpPr>
        <p:spPr>
          <a:xfrm>
            <a:off x="1003223" y="4725718"/>
            <a:ext cx="2374900" cy="8597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900" dirty="0">
                <a:solidFill>
                  <a:srgbClr val="6D7580"/>
                </a:solidFill>
                <a:latin typeface="Arial MT"/>
                <a:cs typeface="Arial MT"/>
              </a:rPr>
              <a:t>WHO</a:t>
            </a:r>
            <a:r>
              <a:rPr sz="900" spc="70" dirty="0">
                <a:solidFill>
                  <a:srgbClr val="6D758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7580"/>
                </a:solidFill>
                <a:latin typeface="Arial MT"/>
                <a:cs typeface="Arial MT"/>
              </a:rPr>
              <a:t>ACTUALLY</a:t>
            </a:r>
            <a:r>
              <a:rPr sz="900" spc="85" dirty="0">
                <a:solidFill>
                  <a:srgbClr val="6D7580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7580"/>
                </a:solidFill>
                <a:latin typeface="Arial MT"/>
                <a:cs typeface="Arial MT"/>
              </a:rPr>
              <a:t>SUFFERS</a:t>
            </a:r>
            <a:endParaRPr sz="9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715"/>
              </a:spcBef>
            </a:pPr>
            <a:r>
              <a:rPr sz="1100" spc="45" dirty="0">
                <a:solidFill>
                  <a:srgbClr val="FFFFFF"/>
                </a:solidFill>
                <a:latin typeface="Arial MT"/>
                <a:cs typeface="Arial MT"/>
              </a:rPr>
              <a:t>Chronic</a:t>
            </a:r>
            <a:r>
              <a:rPr sz="11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patients</a:t>
            </a:r>
            <a:endParaRPr sz="11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285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Go</a:t>
            </a:r>
            <a:r>
              <a:rPr sz="1000" spc="-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unmonitored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between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doctor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visits</a:t>
            </a:r>
            <a:endParaRPr sz="1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95"/>
              </a:spcBef>
            </a:pPr>
            <a:r>
              <a:rPr sz="900" spc="50" dirty="0">
                <a:solidFill>
                  <a:srgbClr val="8A939D"/>
                </a:solidFill>
                <a:latin typeface="Arial MT"/>
                <a:cs typeface="Arial MT"/>
              </a:rPr>
              <a:t>city</a:t>
            </a:r>
            <a:r>
              <a:rPr sz="900" spc="4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or</a:t>
            </a:r>
            <a:r>
              <a:rPr sz="900" spc="5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village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974756" y="5448236"/>
            <a:ext cx="858519" cy="203835"/>
          </a:xfrm>
          <a:custGeom>
            <a:avLst/>
            <a:gdLst/>
            <a:ahLst/>
            <a:cxnLst/>
            <a:rect l="l" t="t" r="r" b="b"/>
            <a:pathLst>
              <a:path w="858520" h="203835">
                <a:moveTo>
                  <a:pt x="781926" y="0"/>
                </a:moveTo>
                <a:lnTo>
                  <a:pt x="76326" y="0"/>
                </a:lnTo>
                <a:lnTo>
                  <a:pt x="46629" y="5946"/>
                </a:lnTo>
                <a:lnTo>
                  <a:pt x="22366" y="22186"/>
                </a:lnTo>
                <a:lnTo>
                  <a:pt x="6002" y="46323"/>
                </a:lnTo>
                <a:lnTo>
                  <a:pt x="0" y="75958"/>
                </a:lnTo>
                <a:lnTo>
                  <a:pt x="0" y="126720"/>
                </a:lnTo>
                <a:lnTo>
                  <a:pt x="6002" y="156624"/>
                </a:lnTo>
                <a:lnTo>
                  <a:pt x="22366" y="180992"/>
                </a:lnTo>
                <a:lnTo>
                  <a:pt x="46629" y="197395"/>
                </a:lnTo>
                <a:lnTo>
                  <a:pt x="76326" y="203403"/>
                </a:lnTo>
                <a:lnTo>
                  <a:pt x="781926" y="203403"/>
                </a:lnTo>
                <a:lnTo>
                  <a:pt x="811616" y="197395"/>
                </a:lnTo>
                <a:lnTo>
                  <a:pt x="835875" y="180992"/>
                </a:lnTo>
                <a:lnTo>
                  <a:pt x="852238" y="156624"/>
                </a:lnTo>
                <a:lnTo>
                  <a:pt x="858240" y="126720"/>
                </a:lnTo>
                <a:lnTo>
                  <a:pt x="858240" y="75958"/>
                </a:lnTo>
                <a:lnTo>
                  <a:pt x="852238" y="46323"/>
                </a:lnTo>
                <a:lnTo>
                  <a:pt x="835875" y="22186"/>
                </a:lnTo>
                <a:lnTo>
                  <a:pt x="811616" y="5946"/>
                </a:lnTo>
                <a:lnTo>
                  <a:pt x="781926" y="0"/>
                </a:lnTo>
                <a:close/>
              </a:path>
            </a:pathLst>
          </a:custGeom>
          <a:solidFill>
            <a:srgbClr val="2F3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02323" y="5092560"/>
            <a:ext cx="101879" cy="101879"/>
          </a:xfrm>
          <a:prstGeom prst="rect">
            <a:avLst/>
          </a:prstGeom>
        </p:spPr>
      </p:pic>
      <p:sp>
        <p:nvSpPr>
          <p:cNvPr id="87" name="object 87"/>
          <p:cNvSpPr txBox="1"/>
          <p:nvPr/>
        </p:nvSpPr>
        <p:spPr>
          <a:xfrm>
            <a:off x="3962425" y="4989782"/>
            <a:ext cx="2346960" cy="5956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Elderly</a:t>
            </a:r>
            <a:r>
              <a:rPr sz="1100" spc="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1100" spc="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home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Invisible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to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working</a:t>
            </a:r>
            <a:r>
              <a:rPr sz="1000" spc="-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children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in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other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cities</a:t>
            </a:r>
            <a:endParaRPr sz="1000">
              <a:latin typeface="Arial MT"/>
              <a:cs typeface="Arial MT"/>
            </a:endParaRPr>
          </a:p>
          <a:p>
            <a:pPr marL="126364">
              <a:lnSpc>
                <a:spcPct val="100000"/>
              </a:lnSpc>
              <a:spcBef>
                <a:spcPts val="300"/>
              </a:spcBef>
            </a:pP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everywhere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705358" y="5448236"/>
            <a:ext cx="950594" cy="203835"/>
          </a:xfrm>
          <a:custGeom>
            <a:avLst/>
            <a:gdLst/>
            <a:ahLst/>
            <a:cxnLst/>
            <a:rect l="l" t="t" r="r" b="b"/>
            <a:pathLst>
              <a:path w="950595" h="203835">
                <a:moveTo>
                  <a:pt x="873721" y="0"/>
                </a:moveTo>
                <a:lnTo>
                  <a:pt x="76326" y="0"/>
                </a:lnTo>
                <a:lnTo>
                  <a:pt x="46629" y="5946"/>
                </a:lnTo>
                <a:lnTo>
                  <a:pt x="22366" y="22186"/>
                </a:lnTo>
                <a:lnTo>
                  <a:pt x="6002" y="46323"/>
                </a:lnTo>
                <a:lnTo>
                  <a:pt x="0" y="75958"/>
                </a:lnTo>
                <a:lnTo>
                  <a:pt x="0" y="126720"/>
                </a:lnTo>
                <a:lnTo>
                  <a:pt x="6002" y="156624"/>
                </a:lnTo>
                <a:lnTo>
                  <a:pt x="22366" y="180992"/>
                </a:lnTo>
                <a:lnTo>
                  <a:pt x="46629" y="197395"/>
                </a:lnTo>
                <a:lnTo>
                  <a:pt x="76326" y="203403"/>
                </a:lnTo>
                <a:lnTo>
                  <a:pt x="873721" y="203403"/>
                </a:lnTo>
                <a:lnTo>
                  <a:pt x="903412" y="197395"/>
                </a:lnTo>
                <a:lnTo>
                  <a:pt x="927671" y="180992"/>
                </a:lnTo>
                <a:lnTo>
                  <a:pt x="944034" y="156624"/>
                </a:lnTo>
                <a:lnTo>
                  <a:pt x="950036" y="126720"/>
                </a:lnTo>
                <a:lnTo>
                  <a:pt x="950036" y="75958"/>
                </a:lnTo>
                <a:lnTo>
                  <a:pt x="944034" y="46323"/>
                </a:lnTo>
                <a:lnTo>
                  <a:pt x="927671" y="22186"/>
                </a:lnTo>
                <a:lnTo>
                  <a:pt x="903412" y="5946"/>
                </a:lnTo>
                <a:lnTo>
                  <a:pt x="873721" y="0"/>
                </a:lnTo>
                <a:close/>
              </a:path>
            </a:pathLst>
          </a:custGeom>
          <a:solidFill>
            <a:srgbClr val="2F3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9" name="object 8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1120" y="5879884"/>
            <a:ext cx="102235" cy="101879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6693013" y="4989782"/>
            <a:ext cx="2550795" cy="5956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ER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paramedics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Navigate</a:t>
            </a:r>
            <a:r>
              <a:rPr sz="1000" spc="-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to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emergencies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without</a:t>
            </a:r>
            <a:r>
              <a:rPr sz="1000" spc="-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patient</a:t>
            </a:r>
            <a:r>
              <a:rPr sz="1000" spc="-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  <a:p>
            <a:pPr marL="126364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metro</a:t>
            </a:r>
            <a:r>
              <a:rPr sz="900" spc="114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+</a:t>
            </a:r>
            <a:r>
              <a:rPr sz="900" spc="1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tier</a:t>
            </a:r>
            <a:r>
              <a:rPr sz="900" spc="1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8A939D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244523" y="6235560"/>
            <a:ext cx="997585" cy="203835"/>
          </a:xfrm>
          <a:custGeom>
            <a:avLst/>
            <a:gdLst/>
            <a:ahLst/>
            <a:cxnLst/>
            <a:rect l="l" t="t" r="r" b="b"/>
            <a:pathLst>
              <a:path w="997585" h="203835">
                <a:moveTo>
                  <a:pt x="921232" y="0"/>
                </a:moveTo>
                <a:lnTo>
                  <a:pt x="75958" y="0"/>
                </a:lnTo>
                <a:lnTo>
                  <a:pt x="46318" y="6001"/>
                </a:lnTo>
                <a:lnTo>
                  <a:pt x="22182" y="22364"/>
                </a:lnTo>
                <a:lnTo>
                  <a:pt x="5944" y="46623"/>
                </a:lnTo>
                <a:lnTo>
                  <a:pt x="0" y="76314"/>
                </a:lnTo>
                <a:lnTo>
                  <a:pt x="0" y="127076"/>
                </a:lnTo>
                <a:lnTo>
                  <a:pt x="5944" y="156924"/>
                </a:lnTo>
                <a:lnTo>
                  <a:pt x="22182" y="181170"/>
                </a:lnTo>
                <a:lnTo>
                  <a:pt x="46318" y="197451"/>
                </a:lnTo>
                <a:lnTo>
                  <a:pt x="75958" y="203403"/>
                </a:lnTo>
                <a:lnTo>
                  <a:pt x="921232" y="203403"/>
                </a:lnTo>
                <a:lnTo>
                  <a:pt x="950930" y="197451"/>
                </a:lnTo>
                <a:lnTo>
                  <a:pt x="975193" y="181170"/>
                </a:lnTo>
                <a:lnTo>
                  <a:pt x="991557" y="156924"/>
                </a:lnTo>
                <a:lnTo>
                  <a:pt x="997559" y="127076"/>
                </a:lnTo>
                <a:lnTo>
                  <a:pt x="997559" y="76314"/>
                </a:lnTo>
                <a:lnTo>
                  <a:pt x="991557" y="46623"/>
                </a:lnTo>
                <a:lnTo>
                  <a:pt x="975193" y="22364"/>
                </a:lnTo>
                <a:lnTo>
                  <a:pt x="950930" y="6001"/>
                </a:lnTo>
                <a:lnTo>
                  <a:pt x="921232" y="0"/>
                </a:lnTo>
                <a:close/>
              </a:path>
            </a:pathLst>
          </a:custGeom>
          <a:solidFill>
            <a:srgbClr val="2F3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" name="object 9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71722" y="5879884"/>
            <a:ext cx="101879" cy="101879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1231823" y="5777853"/>
            <a:ext cx="2551430" cy="595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spc="10" dirty="0">
                <a:solidFill>
                  <a:srgbClr val="FFFFFF"/>
                </a:solidFill>
                <a:latin typeface="Arial MT"/>
                <a:cs typeface="Arial MT"/>
              </a:rPr>
              <a:t>Hospital</a:t>
            </a:r>
            <a:r>
              <a:rPr sz="11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wards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Manual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vitals,</a:t>
            </a:r>
            <a:r>
              <a:rPr sz="1000" spc="-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paper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logbooks,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delayed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alerts</a:t>
            </a:r>
            <a:endParaRPr sz="10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every</a:t>
            </a:r>
            <a:r>
              <a:rPr sz="900" spc="15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hospital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974756" y="6235560"/>
            <a:ext cx="782320" cy="203835"/>
          </a:xfrm>
          <a:custGeom>
            <a:avLst/>
            <a:gdLst/>
            <a:ahLst/>
            <a:cxnLst/>
            <a:rect l="l" t="t" r="r" b="b"/>
            <a:pathLst>
              <a:path w="782320" h="203835">
                <a:moveTo>
                  <a:pt x="705599" y="0"/>
                </a:moveTo>
                <a:lnTo>
                  <a:pt x="76326" y="0"/>
                </a:lnTo>
                <a:lnTo>
                  <a:pt x="46629" y="6001"/>
                </a:lnTo>
                <a:lnTo>
                  <a:pt x="22366" y="22364"/>
                </a:lnTo>
                <a:lnTo>
                  <a:pt x="6002" y="46623"/>
                </a:lnTo>
                <a:lnTo>
                  <a:pt x="0" y="76314"/>
                </a:lnTo>
                <a:lnTo>
                  <a:pt x="0" y="127076"/>
                </a:lnTo>
                <a:lnTo>
                  <a:pt x="6002" y="156924"/>
                </a:lnTo>
                <a:lnTo>
                  <a:pt x="22366" y="181170"/>
                </a:lnTo>
                <a:lnTo>
                  <a:pt x="46629" y="197451"/>
                </a:lnTo>
                <a:lnTo>
                  <a:pt x="76326" y="203403"/>
                </a:lnTo>
                <a:lnTo>
                  <a:pt x="705599" y="203403"/>
                </a:lnTo>
                <a:lnTo>
                  <a:pt x="735297" y="197451"/>
                </a:lnTo>
                <a:lnTo>
                  <a:pt x="759560" y="181170"/>
                </a:lnTo>
                <a:lnTo>
                  <a:pt x="775924" y="156924"/>
                </a:lnTo>
                <a:lnTo>
                  <a:pt x="781926" y="127076"/>
                </a:lnTo>
                <a:lnTo>
                  <a:pt x="781926" y="76314"/>
                </a:lnTo>
                <a:lnTo>
                  <a:pt x="775924" y="46623"/>
                </a:lnTo>
                <a:lnTo>
                  <a:pt x="759560" y="22364"/>
                </a:lnTo>
                <a:lnTo>
                  <a:pt x="735297" y="6001"/>
                </a:lnTo>
                <a:lnTo>
                  <a:pt x="705599" y="0"/>
                </a:lnTo>
                <a:close/>
              </a:path>
            </a:pathLst>
          </a:custGeom>
          <a:solidFill>
            <a:srgbClr val="2F3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5" name="object 9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02323" y="5879884"/>
            <a:ext cx="101879" cy="101879"/>
          </a:xfrm>
          <a:prstGeom prst="rect">
            <a:avLst/>
          </a:prstGeom>
        </p:spPr>
      </p:pic>
      <p:sp>
        <p:nvSpPr>
          <p:cNvPr id="96" name="object 96"/>
          <p:cNvSpPr txBox="1"/>
          <p:nvPr/>
        </p:nvSpPr>
        <p:spPr>
          <a:xfrm>
            <a:off x="3962425" y="5777853"/>
            <a:ext cx="2299335" cy="595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ASHA</a:t>
            </a:r>
            <a:r>
              <a:rPr sz="11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35" dirty="0">
                <a:solidFill>
                  <a:srgbClr val="FFFFFF"/>
                </a:solidFill>
                <a:latin typeface="Arial MT"/>
                <a:cs typeface="Arial MT"/>
              </a:rPr>
              <a:t>workers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Paper-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based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reporting,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10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real-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time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  <a:p>
            <a:pPr marL="126364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rural</a:t>
            </a:r>
            <a:r>
              <a:rPr sz="900" spc="18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India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705358" y="6235560"/>
            <a:ext cx="1032510" cy="203835"/>
          </a:xfrm>
          <a:custGeom>
            <a:avLst/>
            <a:gdLst/>
            <a:ahLst/>
            <a:cxnLst/>
            <a:rect l="l" t="t" r="r" b="b"/>
            <a:pathLst>
              <a:path w="1032509" h="203835">
                <a:moveTo>
                  <a:pt x="956525" y="0"/>
                </a:moveTo>
                <a:lnTo>
                  <a:pt x="76682" y="0"/>
                </a:lnTo>
                <a:lnTo>
                  <a:pt x="46929" y="6001"/>
                </a:lnTo>
                <a:lnTo>
                  <a:pt x="22544" y="22364"/>
                </a:lnTo>
                <a:lnTo>
                  <a:pt x="6057" y="46623"/>
                </a:lnTo>
                <a:lnTo>
                  <a:pt x="0" y="76314"/>
                </a:lnTo>
                <a:lnTo>
                  <a:pt x="0" y="127076"/>
                </a:lnTo>
                <a:lnTo>
                  <a:pt x="6057" y="156924"/>
                </a:lnTo>
                <a:lnTo>
                  <a:pt x="22544" y="181170"/>
                </a:lnTo>
                <a:lnTo>
                  <a:pt x="46929" y="197451"/>
                </a:lnTo>
                <a:lnTo>
                  <a:pt x="76682" y="203403"/>
                </a:lnTo>
                <a:lnTo>
                  <a:pt x="956525" y="203403"/>
                </a:lnTo>
                <a:lnTo>
                  <a:pt x="986160" y="197451"/>
                </a:lnTo>
                <a:lnTo>
                  <a:pt x="1010297" y="181170"/>
                </a:lnTo>
                <a:lnTo>
                  <a:pt x="1026538" y="156924"/>
                </a:lnTo>
                <a:lnTo>
                  <a:pt x="1032484" y="127076"/>
                </a:lnTo>
                <a:lnTo>
                  <a:pt x="1032484" y="76314"/>
                </a:lnTo>
                <a:lnTo>
                  <a:pt x="1026538" y="46623"/>
                </a:lnTo>
                <a:lnTo>
                  <a:pt x="1010297" y="22364"/>
                </a:lnTo>
                <a:lnTo>
                  <a:pt x="986160" y="6001"/>
                </a:lnTo>
                <a:lnTo>
                  <a:pt x="956525" y="0"/>
                </a:lnTo>
                <a:close/>
              </a:path>
            </a:pathLst>
          </a:custGeom>
          <a:solidFill>
            <a:srgbClr val="2F3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8" name="object 98"/>
          <p:cNvGrpSpPr/>
          <p:nvPr/>
        </p:nvGrpSpPr>
        <p:grpSpPr>
          <a:xfrm>
            <a:off x="1009623" y="8185136"/>
            <a:ext cx="14237335" cy="648335"/>
            <a:chOff x="1009623" y="8185136"/>
            <a:chExt cx="14237335" cy="648335"/>
          </a:xfrm>
        </p:grpSpPr>
        <p:sp>
          <p:nvSpPr>
            <p:cNvPr id="99" name="object 99"/>
            <p:cNvSpPr/>
            <p:nvPr/>
          </p:nvSpPr>
          <p:spPr>
            <a:xfrm>
              <a:off x="1015923" y="8191436"/>
              <a:ext cx="14224635" cy="635635"/>
            </a:xfrm>
            <a:custGeom>
              <a:avLst/>
              <a:gdLst/>
              <a:ahLst/>
              <a:cxnLst/>
              <a:rect l="l" t="t" r="r" b="b"/>
              <a:pathLst>
                <a:path w="14224635" h="635634">
                  <a:moveTo>
                    <a:pt x="14097241" y="0"/>
                  </a:moveTo>
                  <a:lnTo>
                    <a:pt x="127076" y="0"/>
                  </a:lnTo>
                  <a:lnTo>
                    <a:pt x="77452" y="9929"/>
                  </a:lnTo>
                  <a:lnTo>
                    <a:pt x="37077" y="37037"/>
                  </a:lnTo>
                  <a:lnTo>
                    <a:pt x="9932" y="77307"/>
                  </a:lnTo>
                  <a:lnTo>
                    <a:pt x="0" y="126720"/>
                  </a:lnTo>
                  <a:lnTo>
                    <a:pt x="0" y="508317"/>
                  </a:lnTo>
                  <a:lnTo>
                    <a:pt x="9932" y="557793"/>
                  </a:lnTo>
                  <a:lnTo>
                    <a:pt x="37077" y="598189"/>
                  </a:lnTo>
                  <a:lnTo>
                    <a:pt x="77452" y="625421"/>
                  </a:lnTo>
                  <a:lnTo>
                    <a:pt x="127076" y="635406"/>
                  </a:lnTo>
                  <a:lnTo>
                    <a:pt x="14097241" y="635406"/>
                  </a:lnTo>
                  <a:lnTo>
                    <a:pt x="14146709" y="625421"/>
                  </a:lnTo>
                  <a:lnTo>
                    <a:pt x="14187101" y="598189"/>
                  </a:lnTo>
                  <a:lnTo>
                    <a:pt x="14214332" y="557793"/>
                  </a:lnTo>
                  <a:lnTo>
                    <a:pt x="14224317" y="508317"/>
                  </a:lnTo>
                  <a:lnTo>
                    <a:pt x="14224317" y="126720"/>
                  </a:lnTo>
                  <a:lnTo>
                    <a:pt x="14214332" y="77307"/>
                  </a:lnTo>
                  <a:lnTo>
                    <a:pt x="14187101" y="37037"/>
                  </a:lnTo>
                  <a:lnTo>
                    <a:pt x="14146709" y="9929"/>
                  </a:lnTo>
                  <a:lnTo>
                    <a:pt x="14097241" y="0"/>
                  </a:lnTo>
                  <a:close/>
                </a:path>
              </a:pathLst>
            </a:custGeom>
            <a:solidFill>
              <a:srgbClr val="19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15923" y="8191436"/>
              <a:ext cx="14224635" cy="635635"/>
            </a:xfrm>
            <a:custGeom>
              <a:avLst/>
              <a:gdLst/>
              <a:ahLst/>
              <a:cxnLst/>
              <a:rect l="l" t="t" r="r" b="b"/>
              <a:pathLst>
                <a:path w="14224635" h="635634">
                  <a:moveTo>
                    <a:pt x="127076" y="635406"/>
                  </a:moveTo>
                  <a:lnTo>
                    <a:pt x="14097241" y="635406"/>
                  </a:lnTo>
                  <a:lnTo>
                    <a:pt x="14146709" y="625421"/>
                  </a:lnTo>
                  <a:lnTo>
                    <a:pt x="14187101" y="598189"/>
                  </a:lnTo>
                  <a:lnTo>
                    <a:pt x="14214332" y="557793"/>
                  </a:lnTo>
                  <a:lnTo>
                    <a:pt x="14224317" y="508317"/>
                  </a:lnTo>
                  <a:lnTo>
                    <a:pt x="14224317" y="126720"/>
                  </a:lnTo>
                  <a:lnTo>
                    <a:pt x="14214332" y="77307"/>
                  </a:lnTo>
                  <a:lnTo>
                    <a:pt x="14187101" y="37037"/>
                  </a:lnTo>
                  <a:lnTo>
                    <a:pt x="14146709" y="9929"/>
                  </a:lnTo>
                  <a:lnTo>
                    <a:pt x="14097241" y="0"/>
                  </a:lnTo>
                  <a:lnTo>
                    <a:pt x="127076" y="0"/>
                  </a:lnTo>
                  <a:lnTo>
                    <a:pt x="77452" y="9929"/>
                  </a:lnTo>
                  <a:lnTo>
                    <a:pt x="37077" y="37037"/>
                  </a:lnTo>
                  <a:lnTo>
                    <a:pt x="9932" y="77307"/>
                  </a:lnTo>
                  <a:lnTo>
                    <a:pt x="0" y="126720"/>
                  </a:lnTo>
                  <a:lnTo>
                    <a:pt x="0" y="508317"/>
                  </a:lnTo>
                  <a:lnTo>
                    <a:pt x="9932" y="557793"/>
                  </a:lnTo>
                  <a:lnTo>
                    <a:pt x="37077" y="598189"/>
                  </a:lnTo>
                  <a:lnTo>
                    <a:pt x="77452" y="625421"/>
                  </a:lnTo>
                  <a:lnTo>
                    <a:pt x="127076" y="635406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6693013" y="5777853"/>
            <a:ext cx="2009139" cy="595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Families</a:t>
            </a:r>
            <a:r>
              <a:rPr sz="1100" spc="2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abroad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 visibility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 into</a:t>
            </a:r>
            <a:r>
              <a:rPr sz="1000" spc="-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aging</a:t>
            </a:r>
            <a:r>
              <a:rPr sz="1000" spc="-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parent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 health</a:t>
            </a:r>
            <a:endParaRPr sz="1000">
              <a:latin typeface="Arial MT"/>
              <a:cs typeface="Arial MT"/>
            </a:endParaRPr>
          </a:p>
          <a:p>
            <a:pPr marL="126364">
              <a:lnSpc>
                <a:spcPct val="100000"/>
              </a:lnSpc>
              <a:spcBef>
                <a:spcPts val="300"/>
              </a:spcBef>
            </a:pP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diaspora</a:t>
            </a:r>
            <a:r>
              <a:rPr sz="900" spc="10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+</a:t>
            </a:r>
            <a:r>
              <a:rPr sz="900" spc="10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8A939D"/>
                </a:solidFill>
                <a:latin typeface="Arial MT"/>
                <a:cs typeface="Arial MT"/>
              </a:rPr>
              <a:t>NRI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937658" y="8318779"/>
            <a:ext cx="6379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10" dirty="0">
                <a:solidFill>
                  <a:srgbClr val="FBA4A4"/>
                </a:solidFill>
                <a:latin typeface="Arial"/>
                <a:cs typeface="Arial"/>
              </a:rPr>
              <a:t>"The</a:t>
            </a:r>
            <a:r>
              <a:rPr sz="1200" i="1" spc="80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FBA4A4"/>
                </a:solidFill>
                <a:latin typeface="Arial"/>
                <a:cs typeface="Arial"/>
              </a:rPr>
              <a:t>gap</a:t>
            </a:r>
            <a:r>
              <a:rPr sz="1200" i="1" spc="75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FBA4A4"/>
                </a:solidFill>
                <a:latin typeface="Arial"/>
                <a:cs typeface="Arial"/>
              </a:rPr>
              <a:t>between</a:t>
            </a:r>
            <a:r>
              <a:rPr sz="1200" i="1" spc="65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FBA4A4"/>
                </a:solidFill>
                <a:latin typeface="Arial"/>
                <a:cs typeface="Arial"/>
              </a:rPr>
              <a:t>a</a:t>
            </a:r>
            <a:r>
              <a:rPr sz="1200" i="1" spc="85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45" dirty="0">
                <a:solidFill>
                  <a:srgbClr val="FBA4A4"/>
                </a:solidFill>
                <a:latin typeface="Arial"/>
                <a:cs typeface="Arial"/>
              </a:rPr>
              <a:t>patient</a:t>
            </a:r>
            <a:r>
              <a:rPr sz="1200" i="1" spc="75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FBA4A4"/>
                </a:solidFill>
                <a:latin typeface="Arial"/>
                <a:cs typeface="Arial"/>
              </a:rPr>
              <a:t>and</a:t>
            </a:r>
            <a:r>
              <a:rPr sz="1200" i="1" spc="80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50" dirty="0">
                <a:solidFill>
                  <a:srgbClr val="FBA4A4"/>
                </a:solidFill>
                <a:latin typeface="Arial"/>
                <a:cs typeface="Arial"/>
              </a:rPr>
              <a:t>their</a:t>
            </a:r>
            <a:r>
              <a:rPr sz="1200" i="1" spc="80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60" dirty="0">
                <a:solidFill>
                  <a:srgbClr val="FBA4A4"/>
                </a:solidFill>
                <a:latin typeface="Arial"/>
                <a:cs typeface="Arial"/>
              </a:rPr>
              <a:t>doctor</a:t>
            </a:r>
            <a:r>
              <a:rPr sz="1200" i="1" spc="70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65" dirty="0">
                <a:solidFill>
                  <a:srgbClr val="FBA4A4"/>
                </a:solidFill>
                <a:latin typeface="Arial"/>
                <a:cs typeface="Arial"/>
              </a:rPr>
              <a:t>is</a:t>
            </a:r>
            <a:r>
              <a:rPr sz="1200" i="1" spc="85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60" dirty="0">
                <a:solidFill>
                  <a:srgbClr val="FBA4A4"/>
                </a:solidFill>
                <a:latin typeface="Arial"/>
                <a:cs typeface="Arial"/>
              </a:rPr>
              <a:t>not</a:t>
            </a:r>
            <a:r>
              <a:rPr sz="1200" i="1" spc="75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FBA4A4"/>
                </a:solidFill>
                <a:latin typeface="Arial"/>
                <a:cs typeface="Arial"/>
              </a:rPr>
              <a:t>distance.</a:t>
            </a:r>
            <a:r>
              <a:rPr sz="1200" i="1" spc="75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FBA4A4"/>
                </a:solidFill>
                <a:latin typeface="Arial"/>
                <a:cs typeface="Arial"/>
              </a:rPr>
              <a:t>It's</a:t>
            </a:r>
            <a:r>
              <a:rPr sz="1200" i="1" spc="85" dirty="0">
                <a:solidFill>
                  <a:srgbClr val="FBA4A4"/>
                </a:solidFill>
                <a:latin typeface="Arial"/>
                <a:cs typeface="Arial"/>
              </a:rPr>
              <a:t> </a:t>
            </a:r>
            <a:r>
              <a:rPr sz="1200" i="1" spc="65" dirty="0">
                <a:solidFill>
                  <a:srgbClr val="FBA4A4"/>
                </a:solidFill>
                <a:latin typeface="Arial"/>
                <a:cs typeface="Arial"/>
              </a:rPr>
              <a:t>missing </a:t>
            </a:r>
            <a:r>
              <a:rPr sz="1200" i="1" spc="45" dirty="0">
                <a:solidFill>
                  <a:srgbClr val="FBA4A4"/>
                </a:solidFill>
                <a:latin typeface="Arial"/>
                <a:cs typeface="Arial"/>
              </a:rPr>
              <a:t>infrastructure."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22085"/>
            <a:ext cx="76835" cy="3122295"/>
            <a:chOff x="0" y="6022085"/>
            <a:chExt cx="76835" cy="3122295"/>
          </a:xfrm>
        </p:grpSpPr>
        <p:sp>
          <p:nvSpPr>
            <p:cNvPr id="3" name="object 3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765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1C5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4C2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399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6BF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2166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9BD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BBA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7850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EB7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0B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7485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3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3022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5A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8AB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9364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AA9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DA6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570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F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387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2A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204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49D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79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0" y="4924805"/>
            <a:ext cx="76835" cy="1110615"/>
            <a:chOff x="0" y="4924805"/>
            <a:chExt cx="76835" cy="1110615"/>
          </a:xfrm>
        </p:grpSpPr>
        <p:sp>
          <p:nvSpPr>
            <p:cNvPr id="21" name="object 21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997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C9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5473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E9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5290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18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38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68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0" y="3644646"/>
            <a:ext cx="76835" cy="1293495"/>
            <a:chOff x="0" y="3644646"/>
            <a:chExt cx="76835" cy="1293495"/>
          </a:xfrm>
        </p:grpSpPr>
        <p:sp>
          <p:nvSpPr>
            <p:cNvPr id="28" name="object 28"/>
            <p:cNvSpPr/>
            <p:nvPr/>
          </p:nvSpPr>
          <p:spPr>
            <a:xfrm>
              <a:off x="0" y="4741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88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B83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D80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4193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F7E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40104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27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3827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47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775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0" y="2547366"/>
            <a:ext cx="76835" cy="1110615"/>
            <a:chOff x="0" y="2547366"/>
            <a:chExt cx="76835" cy="1110615"/>
          </a:xfrm>
        </p:grpSpPr>
        <p:sp>
          <p:nvSpPr>
            <p:cNvPr id="36" name="object 36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9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3278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C6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E6C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2913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16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36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25473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664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0" y="1267205"/>
            <a:ext cx="76835" cy="1293495"/>
            <a:chOff x="0" y="1267205"/>
            <a:chExt cx="76835" cy="1293495"/>
          </a:xfrm>
        </p:grpSpPr>
        <p:sp>
          <p:nvSpPr>
            <p:cNvPr id="43" name="object 43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861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2181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B5E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D5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815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05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25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1450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653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75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0" y="169926"/>
            <a:ext cx="76835" cy="1110615"/>
            <a:chOff x="0" y="169926"/>
            <a:chExt cx="76835" cy="1110615"/>
          </a:xfrm>
        </p:grpSpPr>
        <p:sp>
          <p:nvSpPr>
            <p:cNvPr id="51" name="object 51"/>
            <p:cNvSpPr/>
            <p:nvPr/>
          </p:nvSpPr>
          <p:spPr>
            <a:xfrm>
              <a:off x="0" y="10843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A4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C4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718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F47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535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144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44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169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63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0" y="12"/>
            <a:ext cx="76835" cy="183515"/>
          </a:xfrm>
          <a:custGeom>
            <a:avLst/>
            <a:gdLst/>
            <a:ahLst/>
            <a:cxnLst/>
            <a:rect l="l" t="t" r="r" b="b"/>
            <a:pathLst>
              <a:path w="76835" h="183515">
                <a:moveTo>
                  <a:pt x="0" y="183222"/>
                </a:moveTo>
                <a:lnTo>
                  <a:pt x="76314" y="183222"/>
                </a:lnTo>
                <a:lnTo>
                  <a:pt x="76314" y="0"/>
                </a:lnTo>
                <a:lnTo>
                  <a:pt x="0" y="0"/>
                </a:lnTo>
                <a:lnTo>
                  <a:pt x="0" y="183222"/>
                </a:lnTo>
                <a:close/>
              </a:path>
            </a:pathLst>
          </a:custGeom>
          <a:solidFill>
            <a:srgbClr val="793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15923" y="393484"/>
            <a:ext cx="1207135" cy="305435"/>
          </a:xfrm>
          <a:custGeom>
            <a:avLst/>
            <a:gdLst/>
            <a:ahLst/>
            <a:cxnLst/>
            <a:rect l="l" t="t" r="r" b="b"/>
            <a:pathLst>
              <a:path w="1207135" h="305434">
                <a:moveTo>
                  <a:pt x="1130757" y="0"/>
                </a:moveTo>
                <a:lnTo>
                  <a:pt x="75958" y="0"/>
                </a:lnTo>
                <a:lnTo>
                  <a:pt x="46318" y="6007"/>
                </a:lnTo>
                <a:lnTo>
                  <a:pt x="22182" y="22409"/>
                </a:lnTo>
                <a:lnTo>
                  <a:pt x="5944" y="46773"/>
                </a:lnTo>
                <a:lnTo>
                  <a:pt x="0" y="76669"/>
                </a:lnTo>
                <a:lnTo>
                  <a:pt x="0" y="228955"/>
                </a:lnTo>
                <a:lnTo>
                  <a:pt x="5944" y="258651"/>
                </a:lnTo>
                <a:lnTo>
                  <a:pt x="22182" y="282909"/>
                </a:lnTo>
                <a:lnTo>
                  <a:pt x="46318" y="299269"/>
                </a:lnTo>
                <a:lnTo>
                  <a:pt x="75958" y="305269"/>
                </a:lnTo>
                <a:lnTo>
                  <a:pt x="1130757" y="305269"/>
                </a:lnTo>
                <a:lnTo>
                  <a:pt x="1160447" y="299269"/>
                </a:lnTo>
                <a:lnTo>
                  <a:pt x="1184706" y="282909"/>
                </a:lnTo>
                <a:lnTo>
                  <a:pt x="1201069" y="258651"/>
                </a:lnTo>
                <a:lnTo>
                  <a:pt x="1207071" y="228955"/>
                </a:lnTo>
                <a:lnTo>
                  <a:pt x="1207071" y="76669"/>
                </a:lnTo>
                <a:lnTo>
                  <a:pt x="1201069" y="46773"/>
                </a:lnTo>
                <a:lnTo>
                  <a:pt x="1184706" y="22409"/>
                </a:lnTo>
                <a:lnTo>
                  <a:pt x="1160447" y="6007"/>
                </a:lnTo>
                <a:lnTo>
                  <a:pt x="1130757" y="0"/>
                </a:lnTo>
                <a:close/>
              </a:path>
            </a:pathLst>
          </a:custGeom>
          <a:solidFill>
            <a:srgbClr val="00C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117701" y="471144"/>
            <a:ext cx="10052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C1016"/>
                </a:solidFill>
                <a:latin typeface="Arial MT"/>
                <a:cs typeface="Arial MT"/>
              </a:rPr>
              <a:t>THE </a:t>
            </a:r>
            <a:r>
              <a:rPr sz="900" spc="-10" dirty="0">
                <a:solidFill>
                  <a:srgbClr val="0C1016"/>
                </a:solidFill>
                <a:latin typeface="Arial MT"/>
                <a:cs typeface="Arial MT"/>
              </a:rPr>
              <a:t>ECOSYSTEM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1003223" y="699731"/>
            <a:ext cx="676084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40"/>
              </a:lnSpc>
              <a:spcBef>
                <a:spcPts val="100"/>
              </a:spcBef>
            </a:pPr>
            <a:r>
              <a:rPr spc="50" dirty="0"/>
              <a:t>One</a:t>
            </a:r>
            <a:r>
              <a:rPr spc="5" dirty="0"/>
              <a:t> </a:t>
            </a:r>
            <a:r>
              <a:rPr spc="145" dirty="0"/>
              <a:t>Platform.</a:t>
            </a:r>
          </a:p>
          <a:p>
            <a:pPr marL="12700">
              <a:lnSpc>
                <a:spcPts val="5040"/>
              </a:lnSpc>
            </a:pPr>
            <a:r>
              <a:rPr spc="140" dirty="0">
                <a:solidFill>
                  <a:srgbClr val="00C8A6"/>
                </a:solidFill>
              </a:rPr>
              <a:t>Every</a:t>
            </a:r>
            <a:r>
              <a:rPr spc="5" dirty="0">
                <a:solidFill>
                  <a:srgbClr val="00C8A6"/>
                </a:solidFill>
              </a:rPr>
              <a:t> </a:t>
            </a:r>
            <a:r>
              <a:rPr spc="105" dirty="0">
                <a:solidFill>
                  <a:srgbClr val="00C8A6"/>
                </a:solidFill>
              </a:rPr>
              <a:t>Healthcare</a:t>
            </a:r>
            <a:r>
              <a:rPr spc="20" dirty="0">
                <a:solidFill>
                  <a:srgbClr val="00C8A6"/>
                </a:solidFill>
              </a:rPr>
              <a:t> </a:t>
            </a:r>
            <a:r>
              <a:rPr spc="120" dirty="0">
                <a:solidFill>
                  <a:srgbClr val="00C8A6"/>
                </a:solidFill>
              </a:rPr>
              <a:t>Setting.</a:t>
            </a:r>
          </a:p>
        </p:txBody>
      </p:sp>
      <p:grpSp>
        <p:nvGrpSpPr>
          <p:cNvPr id="61" name="object 61"/>
          <p:cNvGrpSpPr/>
          <p:nvPr/>
        </p:nvGrpSpPr>
        <p:grpSpPr>
          <a:xfrm>
            <a:off x="1006563" y="2530437"/>
            <a:ext cx="4781550" cy="1797685"/>
            <a:chOff x="1006563" y="2530437"/>
            <a:chExt cx="4781550" cy="1797685"/>
          </a:xfrm>
        </p:grpSpPr>
        <p:sp>
          <p:nvSpPr>
            <p:cNvPr id="62" name="object 62"/>
            <p:cNvSpPr/>
            <p:nvPr/>
          </p:nvSpPr>
          <p:spPr>
            <a:xfrm>
              <a:off x="1015923" y="2539796"/>
              <a:ext cx="4763135" cy="1778635"/>
            </a:xfrm>
            <a:custGeom>
              <a:avLst/>
              <a:gdLst/>
              <a:ahLst/>
              <a:cxnLst/>
              <a:rect l="l" t="t" r="r" b="b"/>
              <a:pathLst>
                <a:path w="4763135" h="1778635">
                  <a:moveTo>
                    <a:pt x="4635715" y="0"/>
                  </a:moveTo>
                  <a:lnTo>
                    <a:pt x="127076" y="0"/>
                  </a:lnTo>
                  <a:lnTo>
                    <a:pt x="77452" y="9990"/>
                  </a:lnTo>
                  <a:lnTo>
                    <a:pt x="37077" y="37261"/>
                  </a:lnTo>
                  <a:lnTo>
                    <a:pt x="9932" y="77763"/>
                  </a:lnTo>
                  <a:lnTo>
                    <a:pt x="0" y="127444"/>
                  </a:lnTo>
                  <a:lnTo>
                    <a:pt x="0" y="1651317"/>
                  </a:lnTo>
                  <a:lnTo>
                    <a:pt x="9932" y="1700793"/>
                  </a:lnTo>
                  <a:lnTo>
                    <a:pt x="37077" y="1741189"/>
                  </a:lnTo>
                  <a:lnTo>
                    <a:pt x="77452" y="1768421"/>
                  </a:lnTo>
                  <a:lnTo>
                    <a:pt x="127076" y="1778406"/>
                  </a:lnTo>
                  <a:lnTo>
                    <a:pt x="4635715" y="1778406"/>
                  </a:lnTo>
                  <a:lnTo>
                    <a:pt x="4685189" y="1768421"/>
                  </a:lnTo>
                  <a:lnTo>
                    <a:pt x="4725581" y="1741189"/>
                  </a:lnTo>
                  <a:lnTo>
                    <a:pt x="4752809" y="1700793"/>
                  </a:lnTo>
                  <a:lnTo>
                    <a:pt x="4762792" y="1651317"/>
                  </a:lnTo>
                  <a:lnTo>
                    <a:pt x="4762792" y="127444"/>
                  </a:lnTo>
                  <a:lnTo>
                    <a:pt x="4752809" y="77763"/>
                  </a:lnTo>
                  <a:lnTo>
                    <a:pt x="4725581" y="37261"/>
                  </a:lnTo>
                  <a:lnTo>
                    <a:pt x="4685189" y="9990"/>
                  </a:lnTo>
                  <a:lnTo>
                    <a:pt x="4635715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15923" y="2539796"/>
              <a:ext cx="4763135" cy="1778635"/>
            </a:xfrm>
            <a:custGeom>
              <a:avLst/>
              <a:gdLst/>
              <a:ahLst/>
              <a:cxnLst/>
              <a:rect l="l" t="t" r="r" b="b"/>
              <a:pathLst>
                <a:path w="4763135" h="1778635">
                  <a:moveTo>
                    <a:pt x="127076" y="1778406"/>
                  </a:moveTo>
                  <a:lnTo>
                    <a:pt x="4635715" y="1778406"/>
                  </a:lnTo>
                  <a:lnTo>
                    <a:pt x="4685189" y="1768421"/>
                  </a:lnTo>
                  <a:lnTo>
                    <a:pt x="4725581" y="1741189"/>
                  </a:lnTo>
                  <a:lnTo>
                    <a:pt x="4752809" y="1700793"/>
                  </a:lnTo>
                  <a:lnTo>
                    <a:pt x="4762792" y="1651317"/>
                  </a:lnTo>
                  <a:lnTo>
                    <a:pt x="4762792" y="127444"/>
                  </a:lnTo>
                  <a:lnTo>
                    <a:pt x="4752809" y="77763"/>
                  </a:lnTo>
                  <a:lnTo>
                    <a:pt x="4725581" y="37261"/>
                  </a:lnTo>
                  <a:lnTo>
                    <a:pt x="4685189" y="9990"/>
                  </a:lnTo>
                  <a:lnTo>
                    <a:pt x="4635715" y="0"/>
                  </a:lnTo>
                  <a:lnTo>
                    <a:pt x="127076" y="0"/>
                  </a:lnTo>
                  <a:lnTo>
                    <a:pt x="77452" y="9990"/>
                  </a:lnTo>
                  <a:lnTo>
                    <a:pt x="37077" y="37261"/>
                  </a:lnTo>
                  <a:lnTo>
                    <a:pt x="9932" y="77763"/>
                  </a:lnTo>
                  <a:lnTo>
                    <a:pt x="0" y="127444"/>
                  </a:lnTo>
                  <a:lnTo>
                    <a:pt x="0" y="1651317"/>
                  </a:lnTo>
                  <a:lnTo>
                    <a:pt x="9932" y="1700793"/>
                  </a:lnTo>
                  <a:lnTo>
                    <a:pt x="37077" y="1741189"/>
                  </a:lnTo>
                  <a:lnTo>
                    <a:pt x="77452" y="1768421"/>
                  </a:lnTo>
                  <a:lnTo>
                    <a:pt x="127076" y="1778406"/>
                  </a:lnTo>
                  <a:close/>
                </a:path>
              </a:pathLst>
            </a:custGeom>
            <a:ln w="187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15923" y="2552395"/>
              <a:ext cx="4763135" cy="64135"/>
            </a:xfrm>
            <a:custGeom>
              <a:avLst/>
              <a:gdLst/>
              <a:ahLst/>
              <a:cxnLst/>
              <a:rect l="l" t="t" r="r" b="b"/>
              <a:pathLst>
                <a:path w="4763135" h="64135">
                  <a:moveTo>
                    <a:pt x="4737239" y="0"/>
                  </a:moveTo>
                  <a:lnTo>
                    <a:pt x="25196" y="0"/>
                  </a:lnTo>
                  <a:lnTo>
                    <a:pt x="15334" y="2024"/>
                  </a:lnTo>
                  <a:lnTo>
                    <a:pt x="7331" y="7559"/>
                  </a:lnTo>
                  <a:lnTo>
                    <a:pt x="1961" y="15794"/>
                  </a:lnTo>
                  <a:lnTo>
                    <a:pt x="0" y="25920"/>
                  </a:lnTo>
                  <a:lnTo>
                    <a:pt x="0" y="38519"/>
                  </a:lnTo>
                  <a:lnTo>
                    <a:pt x="1961" y="48439"/>
                  </a:lnTo>
                  <a:lnTo>
                    <a:pt x="7331" y="56568"/>
                  </a:lnTo>
                  <a:lnTo>
                    <a:pt x="15334" y="62064"/>
                  </a:lnTo>
                  <a:lnTo>
                    <a:pt x="25196" y="64084"/>
                  </a:lnTo>
                  <a:lnTo>
                    <a:pt x="4737239" y="64084"/>
                  </a:lnTo>
                  <a:lnTo>
                    <a:pt x="4747152" y="62064"/>
                  </a:lnTo>
                  <a:lnTo>
                    <a:pt x="4755278" y="56568"/>
                  </a:lnTo>
                  <a:lnTo>
                    <a:pt x="4760772" y="48439"/>
                  </a:lnTo>
                  <a:lnTo>
                    <a:pt x="4762792" y="38519"/>
                  </a:lnTo>
                  <a:lnTo>
                    <a:pt x="4762792" y="25920"/>
                  </a:lnTo>
                  <a:lnTo>
                    <a:pt x="4760772" y="15794"/>
                  </a:lnTo>
                  <a:lnTo>
                    <a:pt x="4755278" y="7559"/>
                  </a:lnTo>
                  <a:lnTo>
                    <a:pt x="4747152" y="2024"/>
                  </a:lnTo>
                  <a:lnTo>
                    <a:pt x="4737239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285" y="3301923"/>
              <a:ext cx="76669" cy="7631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285" y="3530523"/>
              <a:ext cx="76669" cy="76314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1003223" y="2057653"/>
            <a:ext cx="5055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Not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a</a:t>
            </a:r>
            <a:r>
              <a:rPr sz="1200" spc="-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device.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Not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an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app.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A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complete healthcare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infrastructure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ecosystem.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8" name="object 6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285" y="3759123"/>
            <a:ext cx="76669" cy="76314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1485976" y="2740670"/>
            <a:ext cx="2612390" cy="11455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401445">
              <a:lnSpc>
                <a:spcPct val="100000"/>
              </a:lnSpc>
              <a:spcBef>
                <a:spcPts val="515"/>
              </a:spcBef>
            </a:pPr>
            <a:r>
              <a:rPr sz="1100" dirty="0">
                <a:solidFill>
                  <a:srgbClr val="00C8A6"/>
                </a:solidFill>
                <a:latin typeface="Arial MT"/>
                <a:cs typeface="Arial MT"/>
              </a:rPr>
              <a:t>DEVICE</a:t>
            </a:r>
            <a:r>
              <a:rPr sz="1100" spc="-5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C8A6"/>
                </a:solidFill>
                <a:latin typeface="Arial MT"/>
                <a:cs typeface="Arial MT"/>
              </a:rPr>
              <a:t>LAYER</a:t>
            </a:r>
            <a:endParaRPr sz="1100">
              <a:latin typeface="Arial MT"/>
              <a:cs typeface="Arial MT"/>
            </a:endParaRPr>
          </a:p>
          <a:p>
            <a:pPr marL="1228725">
              <a:lnSpc>
                <a:spcPct val="100000"/>
              </a:lnSpc>
              <a:spcBef>
                <a:spcPts val="385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Hardware</a:t>
            </a:r>
            <a:r>
              <a:rPr sz="1000" spc="-4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mesh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network</a:t>
            </a:r>
            <a:endParaRPr sz="1000">
              <a:latin typeface="Arial MT"/>
              <a:cs typeface="Arial MT"/>
            </a:endParaRPr>
          </a:p>
          <a:p>
            <a:pPr marL="12700" marR="55626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Wristband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patient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node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relay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Gateway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LoRa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edge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server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Dispenser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medication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automation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5959271" y="2530271"/>
            <a:ext cx="4782185" cy="1797685"/>
            <a:chOff x="5959271" y="2530271"/>
            <a:chExt cx="4782185" cy="1797685"/>
          </a:xfrm>
        </p:grpSpPr>
        <p:sp>
          <p:nvSpPr>
            <p:cNvPr id="71" name="object 71"/>
            <p:cNvSpPr/>
            <p:nvPr/>
          </p:nvSpPr>
          <p:spPr>
            <a:xfrm>
              <a:off x="5968796" y="2539796"/>
              <a:ext cx="4763135" cy="1778635"/>
            </a:xfrm>
            <a:custGeom>
              <a:avLst/>
              <a:gdLst/>
              <a:ahLst/>
              <a:cxnLst/>
              <a:rect l="l" t="t" r="r" b="b"/>
              <a:pathLst>
                <a:path w="4763134" h="1778635">
                  <a:moveTo>
                    <a:pt x="4635728" y="0"/>
                  </a:moveTo>
                  <a:lnTo>
                    <a:pt x="127088" y="0"/>
                  </a:lnTo>
                  <a:lnTo>
                    <a:pt x="77613" y="9990"/>
                  </a:lnTo>
                  <a:lnTo>
                    <a:pt x="37217" y="37261"/>
                  </a:lnTo>
                  <a:lnTo>
                    <a:pt x="9984" y="77763"/>
                  </a:lnTo>
                  <a:lnTo>
                    <a:pt x="0" y="127444"/>
                  </a:lnTo>
                  <a:lnTo>
                    <a:pt x="0" y="1651317"/>
                  </a:lnTo>
                  <a:lnTo>
                    <a:pt x="9984" y="1700793"/>
                  </a:lnTo>
                  <a:lnTo>
                    <a:pt x="37217" y="1741189"/>
                  </a:lnTo>
                  <a:lnTo>
                    <a:pt x="77613" y="1768421"/>
                  </a:lnTo>
                  <a:lnTo>
                    <a:pt x="127088" y="1778406"/>
                  </a:lnTo>
                  <a:lnTo>
                    <a:pt x="4635728" y="1778406"/>
                  </a:lnTo>
                  <a:lnTo>
                    <a:pt x="4685196" y="1768421"/>
                  </a:lnTo>
                  <a:lnTo>
                    <a:pt x="4725589" y="1741189"/>
                  </a:lnTo>
                  <a:lnTo>
                    <a:pt x="4752820" y="1700793"/>
                  </a:lnTo>
                  <a:lnTo>
                    <a:pt x="4762804" y="1651317"/>
                  </a:lnTo>
                  <a:lnTo>
                    <a:pt x="4762804" y="127444"/>
                  </a:lnTo>
                  <a:lnTo>
                    <a:pt x="4752820" y="77763"/>
                  </a:lnTo>
                  <a:lnTo>
                    <a:pt x="4725589" y="37261"/>
                  </a:lnTo>
                  <a:lnTo>
                    <a:pt x="4685196" y="9990"/>
                  </a:lnTo>
                  <a:lnTo>
                    <a:pt x="4635728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968796" y="2539796"/>
              <a:ext cx="4763135" cy="1778635"/>
            </a:xfrm>
            <a:custGeom>
              <a:avLst/>
              <a:gdLst/>
              <a:ahLst/>
              <a:cxnLst/>
              <a:rect l="l" t="t" r="r" b="b"/>
              <a:pathLst>
                <a:path w="4763134" h="1778635">
                  <a:moveTo>
                    <a:pt x="127088" y="1778406"/>
                  </a:moveTo>
                  <a:lnTo>
                    <a:pt x="4635728" y="1778406"/>
                  </a:lnTo>
                  <a:lnTo>
                    <a:pt x="4685196" y="1768421"/>
                  </a:lnTo>
                  <a:lnTo>
                    <a:pt x="4725589" y="1741189"/>
                  </a:lnTo>
                  <a:lnTo>
                    <a:pt x="4752820" y="1700793"/>
                  </a:lnTo>
                  <a:lnTo>
                    <a:pt x="4762804" y="1651317"/>
                  </a:lnTo>
                  <a:lnTo>
                    <a:pt x="4762804" y="127444"/>
                  </a:lnTo>
                  <a:lnTo>
                    <a:pt x="4752820" y="77763"/>
                  </a:lnTo>
                  <a:lnTo>
                    <a:pt x="4725589" y="37261"/>
                  </a:lnTo>
                  <a:lnTo>
                    <a:pt x="4685196" y="9990"/>
                  </a:lnTo>
                  <a:lnTo>
                    <a:pt x="4635728" y="0"/>
                  </a:lnTo>
                  <a:lnTo>
                    <a:pt x="127088" y="0"/>
                  </a:lnTo>
                  <a:lnTo>
                    <a:pt x="77613" y="9990"/>
                  </a:lnTo>
                  <a:lnTo>
                    <a:pt x="37217" y="37261"/>
                  </a:lnTo>
                  <a:lnTo>
                    <a:pt x="9984" y="77763"/>
                  </a:lnTo>
                  <a:lnTo>
                    <a:pt x="0" y="127444"/>
                  </a:lnTo>
                  <a:lnTo>
                    <a:pt x="0" y="1651317"/>
                  </a:lnTo>
                  <a:lnTo>
                    <a:pt x="9984" y="1700793"/>
                  </a:lnTo>
                  <a:lnTo>
                    <a:pt x="37217" y="1741189"/>
                  </a:lnTo>
                  <a:lnTo>
                    <a:pt x="77613" y="1768421"/>
                  </a:lnTo>
                  <a:lnTo>
                    <a:pt x="127088" y="1778406"/>
                  </a:lnTo>
                  <a:close/>
                </a:path>
              </a:pathLst>
            </a:custGeom>
            <a:ln w="1871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968796" y="2552395"/>
              <a:ext cx="4763135" cy="64135"/>
            </a:xfrm>
            <a:custGeom>
              <a:avLst/>
              <a:gdLst/>
              <a:ahLst/>
              <a:cxnLst/>
              <a:rect l="l" t="t" r="r" b="b"/>
              <a:pathLst>
                <a:path w="4763134" h="64135">
                  <a:moveTo>
                    <a:pt x="4737608" y="0"/>
                  </a:moveTo>
                  <a:lnTo>
                    <a:pt x="25565" y="0"/>
                  </a:lnTo>
                  <a:lnTo>
                    <a:pt x="15644" y="2024"/>
                  </a:lnTo>
                  <a:lnTo>
                    <a:pt x="7515" y="7559"/>
                  </a:lnTo>
                  <a:lnTo>
                    <a:pt x="2019" y="15794"/>
                  </a:lnTo>
                  <a:lnTo>
                    <a:pt x="0" y="25920"/>
                  </a:lnTo>
                  <a:lnTo>
                    <a:pt x="0" y="38519"/>
                  </a:lnTo>
                  <a:lnTo>
                    <a:pt x="2019" y="48439"/>
                  </a:lnTo>
                  <a:lnTo>
                    <a:pt x="7515" y="56568"/>
                  </a:lnTo>
                  <a:lnTo>
                    <a:pt x="15644" y="62064"/>
                  </a:lnTo>
                  <a:lnTo>
                    <a:pt x="25565" y="64084"/>
                  </a:lnTo>
                  <a:lnTo>
                    <a:pt x="4737608" y="64084"/>
                  </a:lnTo>
                  <a:lnTo>
                    <a:pt x="4747465" y="62064"/>
                  </a:lnTo>
                  <a:lnTo>
                    <a:pt x="4755468" y="56568"/>
                  </a:lnTo>
                  <a:lnTo>
                    <a:pt x="4760841" y="48439"/>
                  </a:lnTo>
                  <a:lnTo>
                    <a:pt x="4762804" y="38519"/>
                  </a:lnTo>
                  <a:lnTo>
                    <a:pt x="4762804" y="25920"/>
                  </a:lnTo>
                  <a:lnTo>
                    <a:pt x="4760841" y="15794"/>
                  </a:lnTo>
                  <a:lnTo>
                    <a:pt x="4755468" y="7559"/>
                  </a:lnTo>
                  <a:lnTo>
                    <a:pt x="4747465" y="2024"/>
                  </a:lnTo>
                  <a:lnTo>
                    <a:pt x="4737608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843422" y="3124339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0" dirty="0">
                <a:solidFill>
                  <a:srgbClr val="20252C"/>
                </a:solidFill>
                <a:latin typeface="Times New Roman"/>
                <a:cs typeface="Times New Roman"/>
              </a:rPr>
              <a:t>→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248158" y="3301923"/>
            <a:ext cx="76835" cy="305435"/>
            <a:chOff x="6248158" y="3301923"/>
            <a:chExt cx="76835" cy="305435"/>
          </a:xfrm>
        </p:grpSpPr>
        <p:pic>
          <p:nvPicPr>
            <p:cNvPr id="76" name="object 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158" y="3301923"/>
              <a:ext cx="76682" cy="7631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158" y="3530523"/>
              <a:ext cx="76682" cy="76314"/>
            </a:xfrm>
            <a:prstGeom prst="rect">
              <a:avLst/>
            </a:prstGeom>
          </p:spPr>
        </p:pic>
      </p:grpSp>
      <p:pic>
        <p:nvPicPr>
          <p:cNvPr id="78" name="object 7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158" y="3759123"/>
            <a:ext cx="76682" cy="76314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6438862" y="2740670"/>
            <a:ext cx="2733040" cy="11455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466215">
              <a:lnSpc>
                <a:spcPct val="100000"/>
              </a:lnSpc>
              <a:spcBef>
                <a:spcPts val="515"/>
              </a:spcBef>
            </a:pPr>
            <a:r>
              <a:rPr sz="1100" dirty="0">
                <a:solidFill>
                  <a:srgbClr val="7B39EC"/>
                </a:solidFill>
                <a:latin typeface="Arial MT"/>
                <a:cs typeface="Arial MT"/>
              </a:rPr>
              <a:t>DATA</a:t>
            </a:r>
            <a:r>
              <a:rPr sz="1100" spc="75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7B39EC"/>
                </a:solidFill>
                <a:latin typeface="Arial MT"/>
                <a:cs typeface="Arial MT"/>
              </a:rPr>
              <a:t>LAYER</a:t>
            </a:r>
            <a:endParaRPr sz="1100">
              <a:latin typeface="Arial MT"/>
              <a:cs typeface="Arial MT"/>
            </a:endParaRPr>
          </a:p>
          <a:p>
            <a:pPr marL="1102360">
              <a:lnSpc>
                <a:spcPct val="100000"/>
              </a:lnSpc>
              <a:spcBef>
                <a:spcPts val="385"/>
              </a:spcBef>
            </a:pP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Real-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time</a:t>
            </a:r>
            <a:r>
              <a:rPr sz="1000" spc="-4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clinical</a:t>
            </a:r>
            <a:r>
              <a:rPr sz="1000" spc="-4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intelligence</a:t>
            </a:r>
            <a:endParaRPr sz="1000">
              <a:latin typeface="Arial MT"/>
              <a:cs typeface="Arial MT"/>
            </a:endParaRPr>
          </a:p>
          <a:p>
            <a:pPr marL="12700" marR="140716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Live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vitals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streaming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GPS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fall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detection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Supabase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DB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0912157" y="2530271"/>
            <a:ext cx="4782820" cy="1797685"/>
            <a:chOff x="10912157" y="2530271"/>
            <a:chExt cx="4782820" cy="1797685"/>
          </a:xfrm>
        </p:grpSpPr>
        <p:sp>
          <p:nvSpPr>
            <p:cNvPr id="81" name="object 81"/>
            <p:cNvSpPr/>
            <p:nvPr/>
          </p:nvSpPr>
          <p:spPr>
            <a:xfrm>
              <a:off x="10921682" y="2539796"/>
              <a:ext cx="4763770" cy="1778635"/>
            </a:xfrm>
            <a:custGeom>
              <a:avLst/>
              <a:gdLst/>
              <a:ahLst/>
              <a:cxnLst/>
              <a:rect l="l" t="t" r="r" b="b"/>
              <a:pathLst>
                <a:path w="4763769" h="1778635">
                  <a:moveTo>
                    <a:pt x="4636071" y="0"/>
                  </a:moveTo>
                  <a:lnTo>
                    <a:pt x="127076" y="0"/>
                  </a:lnTo>
                  <a:lnTo>
                    <a:pt x="77607" y="9990"/>
                  </a:lnTo>
                  <a:lnTo>
                    <a:pt x="37215" y="37261"/>
                  </a:lnTo>
                  <a:lnTo>
                    <a:pt x="9984" y="77763"/>
                  </a:lnTo>
                  <a:lnTo>
                    <a:pt x="0" y="127444"/>
                  </a:lnTo>
                  <a:lnTo>
                    <a:pt x="0" y="1651317"/>
                  </a:lnTo>
                  <a:lnTo>
                    <a:pt x="9984" y="1700793"/>
                  </a:lnTo>
                  <a:lnTo>
                    <a:pt x="37215" y="1741189"/>
                  </a:lnTo>
                  <a:lnTo>
                    <a:pt x="77607" y="1768421"/>
                  </a:lnTo>
                  <a:lnTo>
                    <a:pt x="127076" y="1778406"/>
                  </a:lnTo>
                  <a:lnTo>
                    <a:pt x="4636071" y="1778406"/>
                  </a:lnTo>
                  <a:lnTo>
                    <a:pt x="4685547" y="1768421"/>
                  </a:lnTo>
                  <a:lnTo>
                    <a:pt x="4725943" y="1741189"/>
                  </a:lnTo>
                  <a:lnTo>
                    <a:pt x="4753175" y="1700793"/>
                  </a:lnTo>
                  <a:lnTo>
                    <a:pt x="4763160" y="1651317"/>
                  </a:lnTo>
                  <a:lnTo>
                    <a:pt x="4763160" y="127444"/>
                  </a:lnTo>
                  <a:lnTo>
                    <a:pt x="4753175" y="77763"/>
                  </a:lnTo>
                  <a:lnTo>
                    <a:pt x="4725943" y="37261"/>
                  </a:lnTo>
                  <a:lnTo>
                    <a:pt x="4685547" y="9990"/>
                  </a:lnTo>
                  <a:lnTo>
                    <a:pt x="4636071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0921682" y="2539796"/>
              <a:ext cx="4763770" cy="1778635"/>
            </a:xfrm>
            <a:custGeom>
              <a:avLst/>
              <a:gdLst/>
              <a:ahLst/>
              <a:cxnLst/>
              <a:rect l="l" t="t" r="r" b="b"/>
              <a:pathLst>
                <a:path w="4763769" h="1778635">
                  <a:moveTo>
                    <a:pt x="127076" y="1778406"/>
                  </a:moveTo>
                  <a:lnTo>
                    <a:pt x="4636071" y="1778406"/>
                  </a:lnTo>
                  <a:lnTo>
                    <a:pt x="4685547" y="1768421"/>
                  </a:lnTo>
                  <a:lnTo>
                    <a:pt x="4725943" y="1741189"/>
                  </a:lnTo>
                  <a:lnTo>
                    <a:pt x="4753175" y="1700793"/>
                  </a:lnTo>
                  <a:lnTo>
                    <a:pt x="4763160" y="1651317"/>
                  </a:lnTo>
                  <a:lnTo>
                    <a:pt x="4763160" y="127444"/>
                  </a:lnTo>
                  <a:lnTo>
                    <a:pt x="4753175" y="77763"/>
                  </a:lnTo>
                  <a:lnTo>
                    <a:pt x="4725943" y="37261"/>
                  </a:lnTo>
                  <a:lnTo>
                    <a:pt x="4685547" y="9990"/>
                  </a:lnTo>
                  <a:lnTo>
                    <a:pt x="4636071" y="0"/>
                  </a:lnTo>
                  <a:lnTo>
                    <a:pt x="127076" y="0"/>
                  </a:lnTo>
                  <a:lnTo>
                    <a:pt x="77607" y="9990"/>
                  </a:lnTo>
                  <a:lnTo>
                    <a:pt x="37215" y="37261"/>
                  </a:lnTo>
                  <a:lnTo>
                    <a:pt x="9984" y="77763"/>
                  </a:lnTo>
                  <a:lnTo>
                    <a:pt x="0" y="127444"/>
                  </a:lnTo>
                  <a:lnTo>
                    <a:pt x="0" y="1651317"/>
                  </a:lnTo>
                  <a:lnTo>
                    <a:pt x="9984" y="1700793"/>
                  </a:lnTo>
                  <a:lnTo>
                    <a:pt x="37215" y="1741189"/>
                  </a:lnTo>
                  <a:lnTo>
                    <a:pt x="77607" y="1768421"/>
                  </a:lnTo>
                  <a:lnTo>
                    <a:pt x="127076" y="1778406"/>
                  </a:lnTo>
                  <a:close/>
                </a:path>
              </a:pathLst>
            </a:custGeom>
            <a:ln w="1871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0921682" y="2552395"/>
              <a:ext cx="4763770" cy="64135"/>
            </a:xfrm>
            <a:custGeom>
              <a:avLst/>
              <a:gdLst/>
              <a:ahLst/>
              <a:cxnLst/>
              <a:rect l="l" t="t" r="r" b="b"/>
              <a:pathLst>
                <a:path w="4763769" h="64135">
                  <a:moveTo>
                    <a:pt x="4737595" y="0"/>
                  </a:moveTo>
                  <a:lnTo>
                    <a:pt x="25552" y="0"/>
                  </a:lnTo>
                  <a:lnTo>
                    <a:pt x="15639" y="2024"/>
                  </a:lnTo>
                  <a:lnTo>
                    <a:pt x="7513" y="7559"/>
                  </a:lnTo>
                  <a:lnTo>
                    <a:pt x="2019" y="15794"/>
                  </a:lnTo>
                  <a:lnTo>
                    <a:pt x="0" y="25920"/>
                  </a:lnTo>
                  <a:lnTo>
                    <a:pt x="0" y="38519"/>
                  </a:lnTo>
                  <a:lnTo>
                    <a:pt x="2019" y="48439"/>
                  </a:lnTo>
                  <a:lnTo>
                    <a:pt x="7513" y="56568"/>
                  </a:lnTo>
                  <a:lnTo>
                    <a:pt x="15639" y="62064"/>
                  </a:lnTo>
                  <a:lnTo>
                    <a:pt x="25552" y="64084"/>
                  </a:lnTo>
                  <a:lnTo>
                    <a:pt x="4737595" y="64084"/>
                  </a:lnTo>
                  <a:lnTo>
                    <a:pt x="4747515" y="62064"/>
                  </a:lnTo>
                  <a:lnTo>
                    <a:pt x="4755645" y="56568"/>
                  </a:lnTo>
                  <a:lnTo>
                    <a:pt x="4761141" y="48439"/>
                  </a:lnTo>
                  <a:lnTo>
                    <a:pt x="4763160" y="38519"/>
                  </a:lnTo>
                  <a:lnTo>
                    <a:pt x="4763160" y="25920"/>
                  </a:lnTo>
                  <a:lnTo>
                    <a:pt x="4761141" y="15794"/>
                  </a:lnTo>
                  <a:lnTo>
                    <a:pt x="4755645" y="7559"/>
                  </a:lnTo>
                  <a:lnTo>
                    <a:pt x="4747515" y="2024"/>
                  </a:lnTo>
                  <a:lnTo>
                    <a:pt x="4737595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10796295" y="3124339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0" dirty="0">
                <a:solidFill>
                  <a:srgbClr val="20252C"/>
                </a:solidFill>
                <a:latin typeface="Times New Roman"/>
                <a:cs typeface="Times New Roman"/>
              </a:rPr>
              <a:t>→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11201400" y="3301923"/>
            <a:ext cx="76835" cy="534035"/>
            <a:chOff x="11201400" y="3301923"/>
            <a:chExt cx="76835" cy="534035"/>
          </a:xfrm>
        </p:grpSpPr>
        <p:pic>
          <p:nvPicPr>
            <p:cNvPr id="86" name="object 8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1400" y="3301923"/>
              <a:ext cx="76314" cy="7631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1400" y="3530523"/>
              <a:ext cx="76314" cy="7631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1400" y="3759123"/>
              <a:ext cx="76314" cy="76314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11391734" y="2740670"/>
            <a:ext cx="2609215" cy="11455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464310">
              <a:lnSpc>
                <a:spcPct val="100000"/>
              </a:lnSpc>
              <a:spcBef>
                <a:spcPts val="515"/>
              </a:spcBef>
            </a:pPr>
            <a:r>
              <a:rPr sz="1100" dirty="0">
                <a:solidFill>
                  <a:srgbClr val="F49D0A"/>
                </a:solidFill>
                <a:latin typeface="Arial MT"/>
                <a:cs typeface="Arial MT"/>
              </a:rPr>
              <a:t>CARE</a:t>
            </a:r>
            <a:r>
              <a:rPr sz="1100" spc="20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9D0A"/>
                </a:solidFill>
                <a:latin typeface="Arial MT"/>
                <a:cs typeface="Arial MT"/>
              </a:rPr>
              <a:t>LAYER</a:t>
            </a:r>
            <a:endParaRPr sz="1100">
              <a:latin typeface="Arial MT"/>
              <a:cs typeface="Arial MT"/>
            </a:endParaRPr>
          </a:p>
          <a:p>
            <a:pPr marL="1233170">
              <a:lnSpc>
                <a:spcPct val="100000"/>
              </a:lnSpc>
              <a:spcBef>
                <a:spcPts val="385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Connected</a:t>
            </a:r>
            <a:r>
              <a:rPr sz="1000" spc="-4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stakeholders</a:t>
            </a:r>
            <a:endParaRPr sz="1000">
              <a:latin typeface="Arial MT"/>
              <a:cs typeface="Arial MT"/>
            </a:endParaRPr>
          </a:p>
          <a:p>
            <a:pPr marL="12700" marR="93091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Doctors</a:t>
            </a:r>
            <a:r>
              <a:rPr sz="1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ASHA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Paramedics Families</a:t>
            </a:r>
            <a:r>
              <a:rPr sz="1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Patients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Hospitals</a:t>
            </a:r>
            <a:r>
              <a:rPr sz="1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1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PHCs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015923" y="4711674"/>
            <a:ext cx="1403985" cy="229235"/>
          </a:xfrm>
          <a:custGeom>
            <a:avLst/>
            <a:gdLst/>
            <a:ahLst/>
            <a:cxnLst/>
            <a:rect l="l" t="t" r="r" b="b"/>
            <a:pathLst>
              <a:path w="1403985" h="229235">
                <a:moveTo>
                  <a:pt x="1340281" y="0"/>
                </a:moveTo>
                <a:lnTo>
                  <a:pt x="63360" y="0"/>
                </a:lnTo>
                <a:lnTo>
                  <a:pt x="38726" y="4938"/>
                </a:lnTo>
                <a:lnTo>
                  <a:pt x="18583" y="18449"/>
                </a:lnTo>
                <a:lnTo>
                  <a:pt x="4988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88" y="189781"/>
                </a:lnTo>
                <a:lnTo>
                  <a:pt x="18583" y="210156"/>
                </a:lnTo>
                <a:lnTo>
                  <a:pt x="38726" y="223916"/>
                </a:lnTo>
                <a:lnTo>
                  <a:pt x="63360" y="228968"/>
                </a:lnTo>
                <a:lnTo>
                  <a:pt x="1340281" y="228968"/>
                </a:lnTo>
                <a:lnTo>
                  <a:pt x="1364910" y="223916"/>
                </a:lnTo>
                <a:lnTo>
                  <a:pt x="1385054" y="210156"/>
                </a:lnTo>
                <a:lnTo>
                  <a:pt x="1398651" y="189781"/>
                </a:lnTo>
                <a:lnTo>
                  <a:pt x="1403642" y="164884"/>
                </a:lnTo>
                <a:lnTo>
                  <a:pt x="1403642" y="63360"/>
                </a:lnTo>
                <a:lnTo>
                  <a:pt x="1398651" y="38576"/>
                </a:lnTo>
                <a:lnTo>
                  <a:pt x="1385054" y="18449"/>
                </a:lnTo>
                <a:lnTo>
                  <a:pt x="1364910" y="4938"/>
                </a:lnTo>
                <a:lnTo>
                  <a:pt x="1340281" y="0"/>
                </a:lnTo>
                <a:close/>
              </a:path>
            </a:pathLst>
          </a:custGeom>
          <a:solidFill>
            <a:srgbClr val="EE4343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495524" y="4711674"/>
            <a:ext cx="1195070" cy="229235"/>
          </a:xfrm>
          <a:custGeom>
            <a:avLst/>
            <a:gdLst/>
            <a:ahLst/>
            <a:cxnLst/>
            <a:rect l="l" t="t" r="r" b="b"/>
            <a:pathLst>
              <a:path w="1195070" h="229235">
                <a:moveTo>
                  <a:pt x="1130757" y="0"/>
                </a:moveTo>
                <a:lnTo>
                  <a:pt x="63360" y="0"/>
                </a:lnTo>
                <a:lnTo>
                  <a:pt x="38726" y="4938"/>
                </a:lnTo>
                <a:lnTo>
                  <a:pt x="18583" y="18449"/>
                </a:lnTo>
                <a:lnTo>
                  <a:pt x="4988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88" y="189781"/>
                </a:lnTo>
                <a:lnTo>
                  <a:pt x="18583" y="210156"/>
                </a:lnTo>
                <a:lnTo>
                  <a:pt x="38726" y="223916"/>
                </a:lnTo>
                <a:lnTo>
                  <a:pt x="63360" y="228968"/>
                </a:lnTo>
                <a:lnTo>
                  <a:pt x="1130757" y="228968"/>
                </a:lnTo>
                <a:lnTo>
                  <a:pt x="1155596" y="223916"/>
                </a:lnTo>
                <a:lnTo>
                  <a:pt x="1175845" y="210156"/>
                </a:lnTo>
                <a:lnTo>
                  <a:pt x="1189478" y="189781"/>
                </a:lnTo>
                <a:lnTo>
                  <a:pt x="1194473" y="164884"/>
                </a:lnTo>
                <a:lnTo>
                  <a:pt x="1194473" y="63360"/>
                </a:lnTo>
                <a:lnTo>
                  <a:pt x="1189478" y="38576"/>
                </a:lnTo>
                <a:lnTo>
                  <a:pt x="1175845" y="18449"/>
                </a:lnTo>
                <a:lnTo>
                  <a:pt x="1155596" y="4938"/>
                </a:lnTo>
                <a:lnTo>
                  <a:pt x="1130757" y="0"/>
                </a:lnTo>
                <a:close/>
              </a:path>
            </a:pathLst>
          </a:custGeom>
          <a:solidFill>
            <a:srgbClr val="00C8A6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003223" y="4497018"/>
            <a:ext cx="1344295" cy="402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7580"/>
                </a:solidFill>
                <a:latin typeface="Arial MT"/>
                <a:cs typeface="Arial MT"/>
              </a:rPr>
              <a:t>20+</a:t>
            </a:r>
            <a:r>
              <a:rPr sz="900" spc="20" dirty="0">
                <a:solidFill>
                  <a:srgbClr val="6D758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D7580"/>
                </a:solidFill>
                <a:latin typeface="Arial MT"/>
                <a:cs typeface="Arial MT"/>
              </a:rPr>
              <a:t>LIVE</a:t>
            </a:r>
            <a:r>
              <a:rPr sz="900" spc="20" dirty="0">
                <a:solidFill>
                  <a:srgbClr val="6D7580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7580"/>
                </a:solidFill>
                <a:latin typeface="Arial MT"/>
                <a:cs typeface="Arial MT"/>
              </a:rPr>
              <a:t>MODULES</a:t>
            </a:r>
            <a:endParaRPr sz="9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  <a:spcBef>
                <a:spcPts val="810"/>
              </a:spcBef>
            </a:pPr>
            <a:r>
              <a:rPr sz="900" dirty="0">
                <a:solidFill>
                  <a:srgbClr val="EE4343"/>
                </a:solidFill>
                <a:latin typeface="Arial MT"/>
                <a:cs typeface="Arial MT"/>
              </a:rPr>
              <a:t>PHC</a:t>
            </a:r>
            <a:r>
              <a:rPr sz="900" spc="125" dirty="0">
                <a:solidFill>
                  <a:srgbClr val="EE4343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EE4343"/>
                </a:solidFill>
                <a:latin typeface="Arial MT"/>
                <a:cs typeface="Arial MT"/>
              </a:rPr>
              <a:t>Command</a:t>
            </a:r>
            <a:r>
              <a:rPr sz="900" spc="120" dirty="0">
                <a:solidFill>
                  <a:srgbClr val="EE4343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EE4343"/>
                </a:solidFill>
                <a:latin typeface="Arial MT"/>
                <a:cs typeface="Arial MT"/>
              </a:rPr>
              <a:t>Center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765600" y="4711674"/>
            <a:ext cx="1048385" cy="229235"/>
          </a:xfrm>
          <a:custGeom>
            <a:avLst/>
            <a:gdLst/>
            <a:ahLst/>
            <a:cxnLst/>
            <a:rect l="l" t="t" r="r" b="b"/>
            <a:pathLst>
              <a:path w="1048385" h="229235">
                <a:moveTo>
                  <a:pt x="984961" y="0"/>
                </a:moveTo>
                <a:lnTo>
                  <a:pt x="63715" y="0"/>
                </a:lnTo>
                <a:lnTo>
                  <a:pt x="38876" y="4938"/>
                </a:lnTo>
                <a:lnTo>
                  <a:pt x="18627" y="18449"/>
                </a:lnTo>
                <a:lnTo>
                  <a:pt x="4994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94" y="189781"/>
                </a:lnTo>
                <a:lnTo>
                  <a:pt x="18627" y="210156"/>
                </a:lnTo>
                <a:lnTo>
                  <a:pt x="38876" y="223916"/>
                </a:lnTo>
                <a:lnTo>
                  <a:pt x="63715" y="228968"/>
                </a:lnTo>
                <a:lnTo>
                  <a:pt x="984961" y="228968"/>
                </a:lnTo>
                <a:lnTo>
                  <a:pt x="1009589" y="223916"/>
                </a:lnTo>
                <a:lnTo>
                  <a:pt x="1029733" y="210156"/>
                </a:lnTo>
                <a:lnTo>
                  <a:pt x="1043330" y="189781"/>
                </a:lnTo>
                <a:lnTo>
                  <a:pt x="1048321" y="164884"/>
                </a:lnTo>
                <a:lnTo>
                  <a:pt x="1048321" y="63360"/>
                </a:lnTo>
                <a:lnTo>
                  <a:pt x="1043330" y="38576"/>
                </a:lnTo>
                <a:lnTo>
                  <a:pt x="1029733" y="18449"/>
                </a:lnTo>
                <a:lnTo>
                  <a:pt x="1009589" y="4938"/>
                </a:lnTo>
                <a:lnTo>
                  <a:pt x="984961" y="0"/>
                </a:lnTo>
                <a:close/>
              </a:path>
            </a:pathLst>
          </a:custGeom>
          <a:solidFill>
            <a:srgbClr val="3A81F5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2571737" y="4736782"/>
            <a:ext cx="10471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Live</a:t>
            </a:r>
            <a:r>
              <a:rPr sz="900" spc="17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Vitals</a:t>
            </a:r>
            <a:r>
              <a:rPr sz="900" spc="17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0C8A6"/>
                </a:solidFill>
                <a:latin typeface="Arial MT"/>
                <a:cs typeface="Arial MT"/>
              </a:rPr>
              <a:t>Monitor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4889880" y="4711674"/>
            <a:ext cx="1036319" cy="229235"/>
          </a:xfrm>
          <a:custGeom>
            <a:avLst/>
            <a:gdLst/>
            <a:ahLst/>
            <a:cxnLst/>
            <a:rect l="l" t="t" r="r" b="b"/>
            <a:pathLst>
              <a:path w="1036320" h="229235">
                <a:moveTo>
                  <a:pt x="972362" y="0"/>
                </a:moveTo>
                <a:lnTo>
                  <a:pt x="63360" y="0"/>
                </a:lnTo>
                <a:lnTo>
                  <a:pt x="38726" y="4938"/>
                </a:lnTo>
                <a:lnTo>
                  <a:pt x="18583" y="18449"/>
                </a:lnTo>
                <a:lnTo>
                  <a:pt x="4988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88" y="189781"/>
                </a:lnTo>
                <a:lnTo>
                  <a:pt x="18583" y="210156"/>
                </a:lnTo>
                <a:lnTo>
                  <a:pt x="38726" y="223916"/>
                </a:lnTo>
                <a:lnTo>
                  <a:pt x="63360" y="228968"/>
                </a:lnTo>
                <a:lnTo>
                  <a:pt x="972362" y="228968"/>
                </a:lnTo>
                <a:lnTo>
                  <a:pt x="996991" y="223916"/>
                </a:lnTo>
                <a:lnTo>
                  <a:pt x="1017135" y="210156"/>
                </a:lnTo>
                <a:lnTo>
                  <a:pt x="1030732" y="189781"/>
                </a:lnTo>
                <a:lnTo>
                  <a:pt x="1035723" y="164884"/>
                </a:lnTo>
                <a:lnTo>
                  <a:pt x="1035723" y="63360"/>
                </a:lnTo>
                <a:lnTo>
                  <a:pt x="1030732" y="38576"/>
                </a:lnTo>
                <a:lnTo>
                  <a:pt x="1017135" y="18449"/>
                </a:lnTo>
                <a:lnTo>
                  <a:pt x="996991" y="4938"/>
                </a:lnTo>
                <a:lnTo>
                  <a:pt x="972362" y="0"/>
                </a:lnTo>
                <a:close/>
              </a:path>
            </a:pathLst>
          </a:custGeom>
          <a:solidFill>
            <a:srgbClr val="EE4343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3841826" y="4736782"/>
            <a:ext cx="89979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A81F5"/>
                </a:solidFill>
                <a:latin typeface="Arial MT"/>
                <a:cs typeface="Arial MT"/>
              </a:rPr>
              <a:t>Patient</a:t>
            </a:r>
            <a:r>
              <a:rPr sz="900" spc="204" dirty="0">
                <a:solidFill>
                  <a:srgbClr val="3A81F5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3A81F5"/>
                </a:solidFill>
                <a:latin typeface="Arial MT"/>
                <a:cs typeface="Arial MT"/>
              </a:rPr>
              <a:t>Registry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001562" y="4711674"/>
            <a:ext cx="1169035" cy="229235"/>
          </a:xfrm>
          <a:custGeom>
            <a:avLst/>
            <a:gdLst/>
            <a:ahLst/>
            <a:cxnLst/>
            <a:rect l="l" t="t" r="r" b="b"/>
            <a:pathLst>
              <a:path w="1169034" h="229235">
                <a:moveTo>
                  <a:pt x="1105560" y="0"/>
                </a:moveTo>
                <a:lnTo>
                  <a:pt x="63360" y="0"/>
                </a:lnTo>
                <a:lnTo>
                  <a:pt x="38726" y="4938"/>
                </a:lnTo>
                <a:lnTo>
                  <a:pt x="18583" y="18449"/>
                </a:lnTo>
                <a:lnTo>
                  <a:pt x="4988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88" y="189781"/>
                </a:lnTo>
                <a:lnTo>
                  <a:pt x="18583" y="210156"/>
                </a:lnTo>
                <a:lnTo>
                  <a:pt x="38726" y="223916"/>
                </a:lnTo>
                <a:lnTo>
                  <a:pt x="63360" y="228968"/>
                </a:lnTo>
                <a:lnTo>
                  <a:pt x="1105560" y="228968"/>
                </a:lnTo>
                <a:lnTo>
                  <a:pt x="1130189" y="223916"/>
                </a:lnTo>
                <a:lnTo>
                  <a:pt x="1150332" y="210156"/>
                </a:lnTo>
                <a:lnTo>
                  <a:pt x="1163930" y="189781"/>
                </a:lnTo>
                <a:lnTo>
                  <a:pt x="1168920" y="164884"/>
                </a:lnTo>
                <a:lnTo>
                  <a:pt x="1168920" y="63360"/>
                </a:lnTo>
                <a:lnTo>
                  <a:pt x="1163930" y="38576"/>
                </a:lnTo>
                <a:lnTo>
                  <a:pt x="1150332" y="18449"/>
                </a:lnTo>
                <a:lnTo>
                  <a:pt x="1130189" y="4938"/>
                </a:lnTo>
                <a:lnTo>
                  <a:pt x="1105560" y="0"/>
                </a:lnTo>
                <a:close/>
              </a:path>
            </a:pathLst>
          </a:custGeom>
          <a:solidFill>
            <a:srgbClr val="0FB880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4965737" y="4736782"/>
            <a:ext cx="8858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E4343"/>
                </a:solidFill>
                <a:latin typeface="Arial MT"/>
                <a:cs typeface="Arial MT"/>
              </a:rPr>
              <a:t>Paramedic</a:t>
            </a:r>
            <a:r>
              <a:rPr sz="900" spc="235" dirty="0">
                <a:solidFill>
                  <a:srgbClr val="EE4343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EE4343"/>
                </a:solidFill>
                <a:latin typeface="Arial MT"/>
                <a:cs typeface="Arial MT"/>
              </a:rPr>
              <a:t>EMS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7246442" y="4711674"/>
            <a:ext cx="953135" cy="229235"/>
          </a:xfrm>
          <a:custGeom>
            <a:avLst/>
            <a:gdLst/>
            <a:ahLst/>
            <a:cxnLst/>
            <a:rect l="l" t="t" r="r" b="b"/>
            <a:pathLst>
              <a:path w="953134" h="229235">
                <a:moveTo>
                  <a:pt x="889203" y="0"/>
                </a:moveTo>
                <a:lnTo>
                  <a:pt x="63360" y="0"/>
                </a:lnTo>
                <a:lnTo>
                  <a:pt x="38726" y="4938"/>
                </a:lnTo>
                <a:lnTo>
                  <a:pt x="18583" y="18449"/>
                </a:lnTo>
                <a:lnTo>
                  <a:pt x="4988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88" y="189781"/>
                </a:lnTo>
                <a:lnTo>
                  <a:pt x="18583" y="210156"/>
                </a:lnTo>
                <a:lnTo>
                  <a:pt x="38726" y="223916"/>
                </a:lnTo>
                <a:lnTo>
                  <a:pt x="63360" y="228968"/>
                </a:lnTo>
                <a:lnTo>
                  <a:pt x="889203" y="228968"/>
                </a:lnTo>
                <a:lnTo>
                  <a:pt x="914042" y="223916"/>
                </a:lnTo>
                <a:lnTo>
                  <a:pt x="934291" y="210156"/>
                </a:lnTo>
                <a:lnTo>
                  <a:pt x="947924" y="189781"/>
                </a:lnTo>
                <a:lnTo>
                  <a:pt x="952919" y="164884"/>
                </a:lnTo>
                <a:lnTo>
                  <a:pt x="952919" y="63360"/>
                </a:lnTo>
                <a:lnTo>
                  <a:pt x="947924" y="38576"/>
                </a:lnTo>
                <a:lnTo>
                  <a:pt x="934291" y="18449"/>
                </a:lnTo>
                <a:lnTo>
                  <a:pt x="914042" y="4938"/>
                </a:lnTo>
                <a:lnTo>
                  <a:pt x="889203" y="0"/>
                </a:lnTo>
                <a:close/>
              </a:path>
            </a:pathLst>
          </a:custGeom>
          <a:solidFill>
            <a:srgbClr val="7B39EC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6078143" y="4736782"/>
            <a:ext cx="10217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FB880"/>
                </a:solidFill>
                <a:latin typeface="Arial MT"/>
                <a:cs typeface="Arial MT"/>
              </a:rPr>
              <a:t>Family</a:t>
            </a:r>
            <a:r>
              <a:rPr sz="900" spc="200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FB880"/>
                </a:solidFill>
                <a:latin typeface="Arial MT"/>
                <a:cs typeface="Arial MT"/>
              </a:rPr>
              <a:t>Dashboard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8274964" y="4711674"/>
            <a:ext cx="1322070" cy="229235"/>
          </a:xfrm>
          <a:custGeom>
            <a:avLst/>
            <a:gdLst/>
            <a:ahLst/>
            <a:cxnLst/>
            <a:rect l="l" t="t" r="r" b="b"/>
            <a:pathLst>
              <a:path w="1322070" h="229235">
                <a:moveTo>
                  <a:pt x="1258201" y="0"/>
                </a:moveTo>
                <a:lnTo>
                  <a:pt x="63715" y="0"/>
                </a:lnTo>
                <a:lnTo>
                  <a:pt x="38876" y="4938"/>
                </a:lnTo>
                <a:lnTo>
                  <a:pt x="18627" y="18449"/>
                </a:lnTo>
                <a:lnTo>
                  <a:pt x="4994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94" y="189781"/>
                </a:lnTo>
                <a:lnTo>
                  <a:pt x="18627" y="210156"/>
                </a:lnTo>
                <a:lnTo>
                  <a:pt x="38876" y="223916"/>
                </a:lnTo>
                <a:lnTo>
                  <a:pt x="63715" y="228968"/>
                </a:lnTo>
                <a:lnTo>
                  <a:pt x="1258201" y="228968"/>
                </a:lnTo>
                <a:lnTo>
                  <a:pt x="1282828" y="223916"/>
                </a:lnTo>
                <a:lnTo>
                  <a:pt x="1302967" y="210156"/>
                </a:lnTo>
                <a:lnTo>
                  <a:pt x="1316560" y="189781"/>
                </a:lnTo>
                <a:lnTo>
                  <a:pt x="1321549" y="164884"/>
                </a:lnTo>
                <a:lnTo>
                  <a:pt x="1321549" y="63360"/>
                </a:lnTo>
                <a:lnTo>
                  <a:pt x="1316560" y="38576"/>
                </a:lnTo>
                <a:lnTo>
                  <a:pt x="1302967" y="18449"/>
                </a:lnTo>
                <a:lnTo>
                  <a:pt x="1282828" y="4938"/>
                </a:lnTo>
                <a:lnTo>
                  <a:pt x="1258201" y="0"/>
                </a:lnTo>
                <a:close/>
              </a:path>
            </a:pathLst>
          </a:custGeom>
          <a:solidFill>
            <a:srgbClr val="F49D0A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322654" y="4736782"/>
            <a:ext cx="8013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ASHA</a:t>
            </a:r>
            <a:r>
              <a:rPr sz="900" spc="85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7B39EC"/>
                </a:solidFill>
                <a:latin typeface="Arial MT"/>
                <a:cs typeface="Arial MT"/>
              </a:rPr>
              <a:t>Cockpit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9672484" y="4711674"/>
            <a:ext cx="946785" cy="229235"/>
          </a:xfrm>
          <a:custGeom>
            <a:avLst/>
            <a:gdLst/>
            <a:ahLst/>
            <a:cxnLst/>
            <a:rect l="l" t="t" r="r" b="b"/>
            <a:pathLst>
              <a:path w="946784" h="229235">
                <a:moveTo>
                  <a:pt x="882713" y="0"/>
                </a:moveTo>
                <a:lnTo>
                  <a:pt x="63360" y="0"/>
                </a:lnTo>
                <a:lnTo>
                  <a:pt x="38726" y="4938"/>
                </a:lnTo>
                <a:lnTo>
                  <a:pt x="18583" y="18449"/>
                </a:lnTo>
                <a:lnTo>
                  <a:pt x="4988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88" y="189781"/>
                </a:lnTo>
                <a:lnTo>
                  <a:pt x="18583" y="210156"/>
                </a:lnTo>
                <a:lnTo>
                  <a:pt x="38726" y="223916"/>
                </a:lnTo>
                <a:lnTo>
                  <a:pt x="63360" y="228968"/>
                </a:lnTo>
                <a:lnTo>
                  <a:pt x="882713" y="228968"/>
                </a:lnTo>
                <a:lnTo>
                  <a:pt x="907553" y="223916"/>
                </a:lnTo>
                <a:lnTo>
                  <a:pt x="927801" y="210156"/>
                </a:lnTo>
                <a:lnTo>
                  <a:pt x="941435" y="189781"/>
                </a:lnTo>
                <a:lnTo>
                  <a:pt x="946429" y="164884"/>
                </a:lnTo>
                <a:lnTo>
                  <a:pt x="946429" y="63360"/>
                </a:lnTo>
                <a:lnTo>
                  <a:pt x="941435" y="38576"/>
                </a:lnTo>
                <a:lnTo>
                  <a:pt x="927801" y="18449"/>
                </a:lnTo>
                <a:lnTo>
                  <a:pt x="907553" y="4938"/>
                </a:lnTo>
                <a:lnTo>
                  <a:pt x="882713" y="0"/>
                </a:lnTo>
                <a:close/>
              </a:path>
            </a:pathLst>
          </a:custGeom>
          <a:solidFill>
            <a:srgbClr val="00A795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8351545" y="4736782"/>
            <a:ext cx="11741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0" dirty="0">
                <a:solidFill>
                  <a:srgbClr val="F49D0A"/>
                </a:solidFill>
                <a:latin typeface="Arial MT"/>
                <a:cs typeface="Arial MT"/>
              </a:rPr>
              <a:t>Prescriptions</a:t>
            </a:r>
            <a:r>
              <a:rPr sz="900" spc="135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49D0A"/>
                </a:solidFill>
                <a:latin typeface="Arial MT"/>
                <a:cs typeface="Arial MT"/>
              </a:rPr>
              <a:t>Engine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10694885" y="4711674"/>
            <a:ext cx="1149985" cy="229235"/>
          </a:xfrm>
          <a:custGeom>
            <a:avLst/>
            <a:gdLst/>
            <a:ahLst/>
            <a:cxnLst/>
            <a:rect l="l" t="t" r="r" b="b"/>
            <a:pathLst>
              <a:path w="1149984" h="229235">
                <a:moveTo>
                  <a:pt x="1086472" y="0"/>
                </a:moveTo>
                <a:lnTo>
                  <a:pt x="63360" y="0"/>
                </a:lnTo>
                <a:lnTo>
                  <a:pt x="38576" y="4938"/>
                </a:lnTo>
                <a:lnTo>
                  <a:pt x="18449" y="18449"/>
                </a:lnTo>
                <a:lnTo>
                  <a:pt x="4938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38" y="189781"/>
                </a:lnTo>
                <a:lnTo>
                  <a:pt x="18449" y="210156"/>
                </a:lnTo>
                <a:lnTo>
                  <a:pt x="38576" y="223916"/>
                </a:lnTo>
                <a:lnTo>
                  <a:pt x="63360" y="228968"/>
                </a:lnTo>
                <a:lnTo>
                  <a:pt x="1086472" y="228968"/>
                </a:lnTo>
                <a:lnTo>
                  <a:pt x="1111106" y="223916"/>
                </a:lnTo>
                <a:lnTo>
                  <a:pt x="1131249" y="210156"/>
                </a:lnTo>
                <a:lnTo>
                  <a:pt x="1144843" y="189781"/>
                </a:lnTo>
                <a:lnTo>
                  <a:pt x="1149832" y="164884"/>
                </a:lnTo>
                <a:lnTo>
                  <a:pt x="1149832" y="63360"/>
                </a:lnTo>
                <a:lnTo>
                  <a:pt x="1144843" y="38576"/>
                </a:lnTo>
                <a:lnTo>
                  <a:pt x="1131249" y="18449"/>
                </a:lnTo>
                <a:lnTo>
                  <a:pt x="1111106" y="4938"/>
                </a:lnTo>
                <a:lnTo>
                  <a:pt x="1086472" y="0"/>
                </a:lnTo>
                <a:close/>
              </a:path>
            </a:pathLst>
          </a:custGeom>
          <a:solidFill>
            <a:srgbClr val="F49D0A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9748697" y="4736782"/>
            <a:ext cx="7975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A795"/>
                </a:solidFill>
                <a:latin typeface="Arial MT"/>
                <a:cs typeface="Arial MT"/>
              </a:rPr>
              <a:t>Appointments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11920677" y="4711674"/>
            <a:ext cx="1276985" cy="229235"/>
          </a:xfrm>
          <a:custGeom>
            <a:avLst/>
            <a:gdLst/>
            <a:ahLst/>
            <a:cxnLst/>
            <a:rect l="l" t="t" r="r" b="b"/>
            <a:pathLst>
              <a:path w="1276984" h="229235">
                <a:moveTo>
                  <a:pt x="1213561" y="0"/>
                </a:moveTo>
                <a:lnTo>
                  <a:pt x="63360" y="0"/>
                </a:lnTo>
                <a:lnTo>
                  <a:pt x="38731" y="4938"/>
                </a:lnTo>
                <a:lnTo>
                  <a:pt x="18588" y="18449"/>
                </a:lnTo>
                <a:lnTo>
                  <a:pt x="4990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90" y="189781"/>
                </a:lnTo>
                <a:lnTo>
                  <a:pt x="18588" y="210156"/>
                </a:lnTo>
                <a:lnTo>
                  <a:pt x="38731" y="223916"/>
                </a:lnTo>
                <a:lnTo>
                  <a:pt x="63360" y="228968"/>
                </a:lnTo>
                <a:lnTo>
                  <a:pt x="1213561" y="228968"/>
                </a:lnTo>
                <a:lnTo>
                  <a:pt x="1238195" y="223916"/>
                </a:lnTo>
                <a:lnTo>
                  <a:pt x="1258338" y="210156"/>
                </a:lnTo>
                <a:lnTo>
                  <a:pt x="1271932" y="189781"/>
                </a:lnTo>
                <a:lnTo>
                  <a:pt x="1276921" y="164884"/>
                </a:lnTo>
                <a:lnTo>
                  <a:pt x="1276921" y="63360"/>
                </a:lnTo>
                <a:lnTo>
                  <a:pt x="1271932" y="38576"/>
                </a:lnTo>
                <a:lnTo>
                  <a:pt x="1258338" y="18449"/>
                </a:lnTo>
                <a:lnTo>
                  <a:pt x="1238195" y="4938"/>
                </a:lnTo>
                <a:lnTo>
                  <a:pt x="1213561" y="0"/>
                </a:lnTo>
                <a:close/>
              </a:path>
            </a:pathLst>
          </a:custGeom>
          <a:solidFill>
            <a:srgbClr val="3A81F5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10770743" y="4736782"/>
            <a:ext cx="10026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49D0A"/>
                </a:solidFill>
                <a:latin typeface="Arial MT"/>
                <a:cs typeface="Arial MT"/>
              </a:rPr>
              <a:t>Smart</a:t>
            </a:r>
            <a:r>
              <a:rPr sz="900" spc="140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49D0A"/>
                </a:solidFill>
                <a:latin typeface="Arial MT"/>
                <a:cs typeface="Arial MT"/>
              </a:rPr>
              <a:t>Dispensers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13273557" y="4711674"/>
            <a:ext cx="1051560" cy="229235"/>
          </a:xfrm>
          <a:custGeom>
            <a:avLst/>
            <a:gdLst/>
            <a:ahLst/>
            <a:cxnLst/>
            <a:rect l="l" t="t" r="r" b="b"/>
            <a:pathLst>
              <a:path w="1051559" h="229235">
                <a:moveTo>
                  <a:pt x="988199" y="0"/>
                </a:moveTo>
                <a:lnTo>
                  <a:pt x="63360" y="0"/>
                </a:lnTo>
                <a:lnTo>
                  <a:pt x="38731" y="4938"/>
                </a:lnTo>
                <a:lnTo>
                  <a:pt x="18588" y="18449"/>
                </a:lnTo>
                <a:lnTo>
                  <a:pt x="4990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90" y="189781"/>
                </a:lnTo>
                <a:lnTo>
                  <a:pt x="18588" y="210156"/>
                </a:lnTo>
                <a:lnTo>
                  <a:pt x="38731" y="223916"/>
                </a:lnTo>
                <a:lnTo>
                  <a:pt x="63360" y="228968"/>
                </a:lnTo>
                <a:lnTo>
                  <a:pt x="988199" y="228968"/>
                </a:lnTo>
                <a:lnTo>
                  <a:pt x="1012833" y="223916"/>
                </a:lnTo>
                <a:lnTo>
                  <a:pt x="1032976" y="210156"/>
                </a:lnTo>
                <a:lnTo>
                  <a:pt x="1046571" y="189781"/>
                </a:lnTo>
                <a:lnTo>
                  <a:pt x="1051559" y="164884"/>
                </a:lnTo>
                <a:lnTo>
                  <a:pt x="1051559" y="63360"/>
                </a:lnTo>
                <a:lnTo>
                  <a:pt x="1046571" y="38576"/>
                </a:lnTo>
                <a:lnTo>
                  <a:pt x="1032976" y="18449"/>
                </a:lnTo>
                <a:lnTo>
                  <a:pt x="1012833" y="4938"/>
                </a:lnTo>
                <a:lnTo>
                  <a:pt x="988199" y="0"/>
                </a:lnTo>
                <a:close/>
              </a:path>
            </a:pathLst>
          </a:custGeom>
          <a:solidFill>
            <a:srgbClr val="7B39EC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1996534" y="4736782"/>
            <a:ext cx="11296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A81F5"/>
                </a:solidFill>
                <a:latin typeface="Arial MT"/>
                <a:cs typeface="Arial MT"/>
              </a:rPr>
              <a:t>Device</a:t>
            </a:r>
            <a:r>
              <a:rPr sz="900" spc="145" dirty="0">
                <a:solidFill>
                  <a:srgbClr val="3A81F5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3A81F5"/>
                </a:solidFill>
                <a:latin typeface="Arial MT"/>
                <a:cs typeface="Arial MT"/>
              </a:rPr>
              <a:t>Management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4401076" y="4711674"/>
            <a:ext cx="1022985" cy="229235"/>
          </a:xfrm>
          <a:custGeom>
            <a:avLst/>
            <a:gdLst/>
            <a:ahLst/>
            <a:cxnLst/>
            <a:rect l="l" t="t" r="r" b="b"/>
            <a:pathLst>
              <a:path w="1022984" h="229235">
                <a:moveTo>
                  <a:pt x="959408" y="0"/>
                </a:moveTo>
                <a:lnTo>
                  <a:pt x="63360" y="0"/>
                </a:lnTo>
                <a:lnTo>
                  <a:pt x="38731" y="4938"/>
                </a:lnTo>
                <a:lnTo>
                  <a:pt x="18588" y="18449"/>
                </a:lnTo>
                <a:lnTo>
                  <a:pt x="4990" y="38576"/>
                </a:lnTo>
                <a:lnTo>
                  <a:pt x="0" y="63360"/>
                </a:lnTo>
                <a:lnTo>
                  <a:pt x="0" y="164884"/>
                </a:lnTo>
                <a:lnTo>
                  <a:pt x="4990" y="189781"/>
                </a:lnTo>
                <a:lnTo>
                  <a:pt x="18588" y="210156"/>
                </a:lnTo>
                <a:lnTo>
                  <a:pt x="38731" y="223916"/>
                </a:lnTo>
                <a:lnTo>
                  <a:pt x="63360" y="228968"/>
                </a:lnTo>
                <a:lnTo>
                  <a:pt x="959408" y="228968"/>
                </a:lnTo>
                <a:lnTo>
                  <a:pt x="984037" y="223916"/>
                </a:lnTo>
                <a:lnTo>
                  <a:pt x="1004181" y="210156"/>
                </a:lnTo>
                <a:lnTo>
                  <a:pt x="1017778" y="189781"/>
                </a:lnTo>
                <a:lnTo>
                  <a:pt x="1022769" y="164884"/>
                </a:lnTo>
                <a:lnTo>
                  <a:pt x="1022769" y="63360"/>
                </a:lnTo>
                <a:lnTo>
                  <a:pt x="1017778" y="38576"/>
                </a:lnTo>
                <a:lnTo>
                  <a:pt x="1004181" y="18449"/>
                </a:lnTo>
                <a:lnTo>
                  <a:pt x="984037" y="4938"/>
                </a:lnTo>
                <a:lnTo>
                  <a:pt x="959408" y="0"/>
                </a:lnTo>
                <a:close/>
              </a:path>
            </a:pathLst>
          </a:custGeom>
          <a:solidFill>
            <a:srgbClr val="EE4343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13350138" y="4736782"/>
            <a:ext cx="9042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7B39EC"/>
                </a:solidFill>
                <a:latin typeface="Arial MT"/>
                <a:cs typeface="Arial MT"/>
              </a:rPr>
              <a:t>Analytics</a:t>
            </a:r>
            <a:r>
              <a:rPr sz="900" spc="110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spc="20" dirty="0">
                <a:solidFill>
                  <a:srgbClr val="7B39EC"/>
                </a:solidFill>
                <a:latin typeface="Arial MT"/>
                <a:cs typeface="Arial MT"/>
              </a:rPr>
              <a:t>+</a:t>
            </a:r>
            <a:r>
              <a:rPr sz="900" spc="105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7B39EC"/>
                </a:solidFill>
                <a:latin typeface="Arial MT"/>
                <a:cs typeface="Arial MT"/>
              </a:rPr>
              <a:t>Intel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1015923" y="5041798"/>
            <a:ext cx="1162685" cy="229235"/>
          </a:xfrm>
          <a:custGeom>
            <a:avLst/>
            <a:gdLst/>
            <a:ahLst/>
            <a:cxnLst/>
            <a:rect l="l" t="t" r="r" b="b"/>
            <a:pathLst>
              <a:path w="1162685" h="229235">
                <a:moveTo>
                  <a:pt x="1099070" y="0"/>
                </a:moveTo>
                <a:lnTo>
                  <a:pt x="63360" y="0"/>
                </a:lnTo>
                <a:lnTo>
                  <a:pt x="38726" y="4988"/>
                </a:lnTo>
                <a:lnTo>
                  <a:pt x="18583" y="18583"/>
                </a:lnTo>
                <a:lnTo>
                  <a:pt x="4988" y="38726"/>
                </a:lnTo>
                <a:lnTo>
                  <a:pt x="0" y="63360"/>
                </a:lnTo>
                <a:lnTo>
                  <a:pt x="0" y="165239"/>
                </a:lnTo>
                <a:lnTo>
                  <a:pt x="4988" y="190079"/>
                </a:lnTo>
                <a:lnTo>
                  <a:pt x="18583" y="210327"/>
                </a:lnTo>
                <a:lnTo>
                  <a:pt x="38726" y="223961"/>
                </a:lnTo>
                <a:lnTo>
                  <a:pt x="63360" y="228955"/>
                </a:lnTo>
                <a:lnTo>
                  <a:pt x="1099070" y="228955"/>
                </a:lnTo>
                <a:lnTo>
                  <a:pt x="1123704" y="223961"/>
                </a:lnTo>
                <a:lnTo>
                  <a:pt x="1143847" y="210327"/>
                </a:lnTo>
                <a:lnTo>
                  <a:pt x="1157442" y="190079"/>
                </a:lnTo>
                <a:lnTo>
                  <a:pt x="1162431" y="165239"/>
                </a:lnTo>
                <a:lnTo>
                  <a:pt x="1162431" y="63360"/>
                </a:lnTo>
                <a:lnTo>
                  <a:pt x="1157442" y="38726"/>
                </a:lnTo>
                <a:lnTo>
                  <a:pt x="1143847" y="18583"/>
                </a:lnTo>
                <a:lnTo>
                  <a:pt x="1123704" y="4988"/>
                </a:lnTo>
                <a:lnTo>
                  <a:pt x="1099070" y="0"/>
                </a:lnTo>
                <a:close/>
              </a:path>
            </a:pathLst>
          </a:custGeom>
          <a:solidFill>
            <a:srgbClr val="3A81F5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14476576" y="4736782"/>
            <a:ext cx="87439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EE4343"/>
                </a:solidFill>
                <a:latin typeface="Arial MT"/>
                <a:cs typeface="Arial MT"/>
              </a:rPr>
              <a:t>Risk</a:t>
            </a:r>
            <a:r>
              <a:rPr sz="900" spc="165" dirty="0">
                <a:solidFill>
                  <a:srgbClr val="EE4343"/>
                </a:solidFill>
                <a:latin typeface="Arial MT"/>
                <a:cs typeface="Arial MT"/>
              </a:rPr>
              <a:t> </a:t>
            </a:r>
            <a:r>
              <a:rPr sz="900" spc="10" dirty="0">
                <a:solidFill>
                  <a:srgbClr val="EE4343"/>
                </a:solidFill>
                <a:latin typeface="Arial MT"/>
                <a:cs typeface="Arial MT"/>
              </a:rPr>
              <a:t>Scoring</a:t>
            </a:r>
            <a:r>
              <a:rPr sz="900" spc="170" dirty="0">
                <a:solidFill>
                  <a:srgbClr val="EE4343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EE4343"/>
                </a:solidFill>
                <a:latin typeface="Arial MT"/>
                <a:cs typeface="Arial MT"/>
              </a:rPr>
              <a:t>AI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2254326" y="5041798"/>
            <a:ext cx="1156335" cy="229235"/>
          </a:xfrm>
          <a:custGeom>
            <a:avLst/>
            <a:gdLst/>
            <a:ahLst/>
            <a:cxnLst/>
            <a:rect l="l" t="t" r="r" b="b"/>
            <a:pathLst>
              <a:path w="1156335" h="229235">
                <a:moveTo>
                  <a:pt x="1092949" y="0"/>
                </a:moveTo>
                <a:lnTo>
                  <a:pt x="63347" y="0"/>
                </a:lnTo>
                <a:lnTo>
                  <a:pt x="38720" y="4988"/>
                </a:lnTo>
                <a:lnTo>
                  <a:pt x="18581" y="18583"/>
                </a:lnTo>
                <a:lnTo>
                  <a:pt x="4988" y="38726"/>
                </a:lnTo>
                <a:lnTo>
                  <a:pt x="0" y="63360"/>
                </a:lnTo>
                <a:lnTo>
                  <a:pt x="0" y="165239"/>
                </a:lnTo>
                <a:lnTo>
                  <a:pt x="4988" y="190079"/>
                </a:lnTo>
                <a:lnTo>
                  <a:pt x="18581" y="210327"/>
                </a:lnTo>
                <a:lnTo>
                  <a:pt x="38720" y="223961"/>
                </a:lnTo>
                <a:lnTo>
                  <a:pt x="63347" y="228955"/>
                </a:lnTo>
                <a:lnTo>
                  <a:pt x="1092949" y="228955"/>
                </a:lnTo>
                <a:lnTo>
                  <a:pt x="1117583" y="223961"/>
                </a:lnTo>
                <a:lnTo>
                  <a:pt x="1137726" y="210327"/>
                </a:lnTo>
                <a:lnTo>
                  <a:pt x="1151320" y="190079"/>
                </a:lnTo>
                <a:lnTo>
                  <a:pt x="1156309" y="165239"/>
                </a:lnTo>
                <a:lnTo>
                  <a:pt x="1156309" y="63360"/>
                </a:lnTo>
                <a:lnTo>
                  <a:pt x="1151320" y="38726"/>
                </a:lnTo>
                <a:lnTo>
                  <a:pt x="1137726" y="18583"/>
                </a:lnTo>
                <a:lnTo>
                  <a:pt x="1117583" y="4988"/>
                </a:lnTo>
                <a:lnTo>
                  <a:pt x="1092949" y="0"/>
                </a:lnTo>
                <a:close/>
              </a:path>
            </a:pathLst>
          </a:custGeom>
          <a:solidFill>
            <a:srgbClr val="0FB880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1092136" y="5067261"/>
            <a:ext cx="10128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3A81F5"/>
                </a:solidFill>
                <a:latin typeface="Arial MT"/>
                <a:cs typeface="Arial MT"/>
              </a:rPr>
              <a:t>District</a:t>
            </a:r>
            <a:r>
              <a:rPr sz="900" spc="385" dirty="0">
                <a:solidFill>
                  <a:srgbClr val="3A81F5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A81F5"/>
                </a:solidFill>
                <a:latin typeface="Arial MT"/>
                <a:cs typeface="Arial MT"/>
              </a:rPr>
              <a:t>Geo-</a:t>
            </a:r>
            <a:r>
              <a:rPr sz="900" spc="-10" dirty="0">
                <a:solidFill>
                  <a:srgbClr val="3A81F5"/>
                </a:solidFill>
                <a:latin typeface="Arial MT"/>
                <a:cs typeface="Arial MT"/>
              </a:rPr>
              <a:t>Orch.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3486594" y="5041798"/>
            <a:ext cx="1086485" cy="229235"/>
          </a:xfrm>
          <a:custGeom>
            <a:avLst/>
            <a:gdLst/>
            <a:ahLst/>
            <a:cxnLst/>
            <a:rect l="l" t="t" r="r" b="b"/>
            <a:pathLst>
              <a:path w="1086485" h="229235">
                <a:moveTo>
                  <a:pt x="1022769" y="0"/>
                </a:moveTo>
                <a:lnTo>
                  <a:pt x="63360" y="0"/>
                </a:lnTo>
                <a:lnTo>
                  <a:pt x="38731" y="4988"/>
                </a:lnTo>
                <a:lnTo>
                  <a:pt x="18588" y="18583"/>
                </a:lnTo>
                <a:lnTo>
                  <a:pt x="4990" y="38726"/>
                </a:lnTo>
                <a:lnTo>
                  <a:pt x="0" y="63360"/>
                </a:lnTo>
                <a:lnTo>
                  <a:pt x="0" y="165239"/>
                </a:lnTo>
                <a:lnTo>
                  <a:pt x="4990" y="190079"/>
                </a:lnTo>
                <a:lnTo>
                  <a:pt x="18588" y="210327"/>
                </a:lnTo>
                <a:lnTo>
                  <a:pt x="38731" y="223961"/>
                </a:lnTo>
                <a:lnTo>
                  <a:pt x="63360" y="228955"/>
                </a:lnTo>
                <a:lnTo>
                  <a:pt x="1022769" y="228955"/>
                </a:lnTo>
                <a:lnTo>
                  <a:pt x="1047608" y="223961"/>
                </a:lnTo>
                <a:lnTo>
                  <a:pt x="1067857" y="210327"/>
                </a:lnTo>
                <a:lnTo>
                  <a:pt x="1081490" y="190079"/>
                </a:lnTo>
                <a:lnTo>
                  <a:pt x="1086484" y="165239"/>
                </a:lnTo>
                <a:lnTo>
                  <a:pt x="1086484" y="63360"/>
                </a:lnTo>
                <a:lnTo>
                  <a:pt x="1081490" y="38726"/>
                </a:lnTo>
                <a:lnTo>
                  <a:pt x="1067857" y="18583"/>
                </a:lnTo>
                <a:lnTo>
                  <a:pt x="1047608" y="4988"/>
                </a:lnTo>
                <a:lnTo>
                  <a:pt x="1022769" y="0"/>
                </a:lnTo>
                <a:close/>
              </a:path>
            </a:pathLst>
          </a:custGeom>
          <a:solidFill>
            <a:srgbClr val="8A939D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2330538" y="5067261"/>
            <a:ext cx="10090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FB880"/>
                </a:solidFill>
                <a:latin typeface="Arial MT"/>
                <a:cs typeface="Arial MT"/>
              </a:rPr>
              <a:t>Vani</a:t>
            </a:r>
            <a:r>
              <a:rPr sz="900" spc="75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FB880"/>
                </a:solidFill>
                <a:latin typeface="Arial MT"/>
                <a:cs typeface="Arial MT"/>
              </a:rPr>
              <a:t>AI</a:t>
            </a:r>
            <a:r>
              <a:rPr sz="900" spc="70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FB880"/>
                </a:solidFill>
                <a:latin typeface="Arial MT"/>
                <a:cs typeface="Arial MT"/>
              </a:rPr>
              <a:t>Translator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4648682" y="5041798"/>
            <a:ext cx="1125220" cy="229235"/>
          </a:xfrm>
          <a:custGeom>
            <a:avLst/>
            <a:gdLst/>
            <a:ahLst/>
            <a:cxnLst/>
            <a:rect l="l" t="t" r="r" b="b"/>
            <a:pathLst>
              <a:path w="1125220" h="229235">
                <a:moveTo>
                  <a:pt x="1060919" y="0"/>
                </a:moveTo>
                <a:lnTo>
                  <a:pt x="63715" y="0"/>
                </a:lnTo>
                <a:lnTo>
                  <a:pt x="38876" y="4988"/>
                </a:lnTo>
                <a:lnTo>
                  <a:pt x="18627" y="18583"/>
                </a:lnTo>
                <a:lnTo>
                  <a:pt x="4994" y="38726"/>
                </a:lnTo>
                <a:lnTo>
                  <a:pt x="0" y="63360"/>
                </a:lnTo>
                <a:lnTo>
                  <a:pt x="0" y="165239"/>
                </a:lnTo>
                <a:lnTo>
                  <a:pt x="4994" y="190079"/>
                </a:lnTo>
                <a:lnTo>
                  <a:pt x="18627" y="210327"/>
                </a:lnTo>
                <a:lnTo>
                  <a:pt x="38876" y="223961"/>
                </a:lnTo>
                <a:lnTo>
                  <a:pt x="63715" y="228955"/>
                </a:lnTo>
                <a:lnTo>
                  <a:pt x="1060919" y="228955"/>
                </a:lnTo>
                <a:lnTo>
                  <a:pt x="1085759" y="223961"/>
                </a:lnTo>
                <a:lnTo>
                  <a:pt x="1106008" y="210327"/>
                </a:lnTo>
                <a:lnTo>
                  <a:pt x="1119641" y="190079"/>
                </a:lnTo>
                <a:lnTo>
                  <a:pt x="1124635" y="165239"/>
                </a:lnTo>
                <a:lnTo>
                  <a:pt x="1124635" y="63360"/>
                </a:lnTo>
                <a:lnTo>
                  <a:pt x="1119641" y="38726"/>
                </a:lnTo>
                <a:lnTo>
                  <a:pt x="1106008" y="18583"/>
                </a:lnTo>
                <a:lnTo>
                  <a:pt x="1085759" y="4988"/>
                </a:lnTo>
                <a:lnTo>
                  <a:pt x="1060919" y="0"/>
                </a:lnTo>
                <a:close/>
              </a:path>
            </a:pathLst>
          </a:custGeom>
          <a:solidFill>
            <a:srgbClr val="F49D0A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3562464" y="5067261"/>
            <a:ext cx="93789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Medical</a:t>
            </a:r>
            <a:r>
              <a:rPr sz="900" spc="19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Records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5848921" y="5041798"/>
            <a:ext cx="1360170" cy="229235"/>
          </a:xfrm>
          <a:custGeom>
            <a:avLst/>
            <a:gdLst/>
            <a:ahLst/>
            <a:cxnLst/>
            <a:rect l="l" t="t" r="r" b="b"/>
            <a:pathLst>
              <a:path w="1360170" h="229235">
                <a:moveTo>
                  <a:pt x="1296352" y="0"/>
                </a:moveTo>
                <a:lnTo>
                  <a:pt x="63715" y="0"/>
                </a:lnTo>
                <a:lnTo>
                  <a:pt x="38876" y="4988"/>
                </a:lnTo>
                <a:lnTo>
                  <a:pt x="18627" y="18583"/>
                </a:lnTo>
                <a:lnTo>
                  <a:pt x="4994" y="38726"/>
                </a:lnTo>
                <a:lnTo>
                  <a:pt x="0" y="63360"/>
                </a:lnTo>
                <a:lnTo>
                  <a:pt x="0" y="165239"/>
                </a:lnTo>
                <a:lnTo>
                  <a:pt x="4994" y="190079"/>
                </a:lnTo>
                <a:lnTo>
                  <a:pt x="18627" y="210327"/>
                </a:lnTo>
                <a:lnTo>
                  <a:pt x="38876" y="223961"/>
                </a:lnTo>
                <a:lnTo>
                  <a:pt x="63715" y="228955"/>
                </a:lnTo>
                <a:lnTo>
                  <a:pt x="1296352" y="228955"/>
                </a:lnTo>
                <a:lnTo>
                  <a:pt x="1320986" y="223961"/>
                </a:lnTo>
                <a:lnTo>
                  <a:pt x="1341129" y="210327"/>
                </a:lnTo>
                <a:lnTo>
                  <a:pt x="1354724" y="190079"/>
                </a:lnTo>
                <a:lnTo>
                  <a:pt x="1359712" y="165239"/>
                </a:lnTo>
                <a:lnTo>
                  <a:pt x="1359712" y="63360"/>
                </a:lnTo>
                <a:lnTo>
                  <a:pt x="1354724" y="38726"/>
                </a:lnTo>
                <a:lnTo>
                  <a:pt x="1341129" y="18583"/>
                </a:lnTo>
                <a:lnTo>
                  <a:pt x="1320986" y="4988"/>
                </a:lnTo>
                <a:lnTo>
                  <a:pt x="1296352" y="0"/>
                </a:lnTo>
                <a:close/>
              </a:path>
            </a:pathLst>
          </a:custGeom>
          <a:solidFill>
            <a:srgbClr val="00C8A6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4725619" y="5067261"/>
            <a:ext cx="9753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0" dirty="0">
                <a:solidFill>
                  <a:srgbClr val="F49D0A"/>
                </a:solidFill>
                <a:latin typeface="Arial MT"/>
                <a:cs typeface="Arial MT"/>
              </a:rPr>
              <a:t>Notifications</a:t>
            </a:r>
            <a:r>
              <a:rPr sz="900" spc="160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49D0A"/>
                </a:solidFill>
                <a:latin typeface="Arial MT"/>
                <a:cs typeface="Arial MT"/>
              </a:rPr>
              <a:t>Hub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7284605" y="5041798"/>
            <a:ext cx="1042035" cy="229235"/>
          </a:xfrm>
          <a:custGeom>
            <a:avLst/>
            <a:gdLst/>
            <a:ahLst/>
            <a:cxnLst/>
            <a:rect l="l" t="t" r="r" b="b"/>
            <a:pathLst>
              <a:path w="1042034" h="229235">
                <a:moveTo>
                  <a:pt x="978471" y="0"/>
                </a:moveTo>
                <a:lnTo>
                  <a:pt x="63360" y="0"/>
                </a:lnTo>
                <a:lnTo>
                  <a:pt x="38726" y="4988"/>
                </a:lnTo>
                <a:lnTo>
                  <a:pt x="18583" y="18583"/>
                </a:lnTo>
                <a:lnTo>
                  <a:pt x="4988" y="38726"/>
                </a:lnTo>
                <a:lnTo>
                  <a:pt x="0" y="63360"/>
                </a:lnTo>
                <a:lnTo>
                  <a:pt x="0" y="165239"/>
                </a:lnTo>
                <a:lnTo>
                  <a:pt x="4988" y="190079"/>
                </a:lnTo>
                <a:lnTo>
                  <a:pt x="18583" y="210327"/>
                </a:lnTo>
                <a:lnTo>
                  <a:pt x="38726" y="223961"/>
                </a:lnTo>
                <a:lnTo>
                  <a:pt x="63360" y="228955"/>
                </a:lnTo>
                <a:lnTo>
                  <a:pt x="978471" y="228955"/>
                </a:lnTo>
                <a:lnTo>
                  <a:pt x="1003105" y="223961"/>
                </a:lnTo>
                <a:lnTo>
                  <a:pt x="1023248" y="210327"/>
                </a:lnTo>
                <a:lnTo>
                  <a:pt x="1036843" y="190079"/>
                </a:lnTo>
                <a:lnTo>
                  <a:pt x="1041831" y="165239"/>
                </a:lnTo>
                <a:lnTo>
                  <a:pt x="1041831" y="63360"/>
                </a:lnTo>
                <a:lnTo>
                  <a:pt x="1036843" y="38726"/>
                </a:lnTo>
                <a:lnTo>
                  <a:pt x="1023248" y="18583"/>
                </a:lnTo>
                <a:lnTo>
                  <a:pt x="1003105" y="4988"/>
                </a:lnTo>
                <a:lnTo>
                  <a:pt x="978471" y="0"/>
                </a:lnTo>
                <a:close/>
              </a:path>
            </a:pathLst>
          </a:custGeom>
          <a:solidFill>
            <a:srgbClr val="7B39EC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5925858" y="5067261"/>
            <a:ext cx="12122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Village</a:t>
            </a:r>
            <a:r>
              <a:rPr sz="900" spc="19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Coverage</a:t>
            </a:r>
            <a:r>
              <a:rPr sz="900" spc="20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00C8A6"/>
                </a:solidFill>
                <a:latin typeface="Arial MT"/>
                <a:cs typeface="Arial MT"/>
              </a:rPr>
              <a:t>Map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1015923" y="8165883"/>
            <a:ext cx="14224635" cy="699135"/>
          </a:xfrm>
          <a:custGeom>
            <a:avLst/>
            <a:gdLst/>
            <a:ahLst/>
            <a:cxnLst/>
            <a:rect l="l" t="t" r="r" b="b"/>
            <a:pathLst>
              <a:path w="14224635" h="699134">
                <a:moveTo>
                  <a:pt x="14097241" y="0"/>
                </a:moveTo>
                <a:lnTo>
                  <a:pt x="127076" y="0"/>
                </a:lnTo>
                <a:lnTo>
                  <a:pt x="77452" y="9982"/>
                </a:lnTo>
                <a:lnTo>
                  <a:pt x="37077" y="37211"/>
                </a:lnTo>
                <a:lnTo>
                  <a:pt x="9932" y="77602"/>
                </a:lnTo>
                <a:lnTo>
                  <a:pt x="0" y="127076"/>
                </a:lnTo>
                <a:lnTo>
                  <a:pt x="0" y="572033"/>
                </a:lnTo>
                <a:lnTo>
                  <a:pt x="9932" y="621451"/>
                </a:lnTo>
                <a:lnTo>
                  <a:pt x="37077" y="661720"/>
                </a:lnTo>
                <a:lnTo>
                  <a:pt x="77452" y="688826"/>
                </a:lnTo>
                <a:lnTo>
                  <a:pt x="127076" y="698754"/>
                </a:lnTo>
                <a:lnTo>
                  <a:pt x="14097241" y="698754"/>
                </a:lnTo>
                <a:lnTo>
                  <a:pt x="14146709" y="688826"/>
                </a:lnTo>
                <a:lnTo>
                  <a:pt x="14187101" y="661720"/>
                </a:lnTo>
                <a:lnTo>
                  <a:pt x="14214332" y="621451"/>
                </a:lnTo>
                <a:lnTo>
                  <a:pt x="14224317" y="572033"/>
                </a:lnTo>
                <a:lnTo>
                  <a:pt x="14224317" y="127076"/>
                </a:lnTo>
                <a:lnTo>
                  <a:pt x="14214332" y="77602"/>
                </a:lnTo>
                <a:lnTo>
                  <a:pt x="14187101" y="37211"/>
                </a:lnTo>
                <a:lnTo>
                  <a:pt x="14146709" y="9982"/>
                </a:lnTo>
                <a:lnTo>
                  <a:pt x="14097241" y="0"/>
                </a:lnTo>
                <a:close/>
              </a:path>
            </a:pathLst>
          </a:custGeom>
          <a:solidFill>
            <a:srgbClr val="2F35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6" name="object 126"/>
          <p:cNvGrpSpPr/>
          <p:nvPr/>
        </p:nvGrpSpPr>
        <p:grpSpPr>
          <a:xfrm>
            <a:off x="1012748" y="8146936"/>
            <a:ext cx="14230985" cy="721360"/>
            <a:chOff x="1012748" y="8146936"/>
            <a:chExt cx="14230985" cy="721360"/>
          </a:xfrm>
        </p:grpSpPr>
        <p:sp>
          <p:nvSpPr>
            <p:cNvPr id="127" name="object 127"/>
            <p:cNvSpPr/>
            <p:nvPr/>
          </p:nvSpPr>
          <p:spPr>
            <a:xfrm>
              <a:off x="1015923" y="8165884"/>
              <a:ext cx="14224635" cy="699135"/>
            </a:xfrm>
            <a:custGeom>
              <a:avLst/>
              <a:gdLst/>
              <a:ahLst/>
              <a:cxnLst/>
              <a:rect l="l" t="t" r="r" b="b"/>
              <a:pathLst>
                <a:path w="14224635" h="699134">
                  <a:moveTo>
                    <a:pt x="127076" y="698754"/>
                  </a:moveTo>
                  <a:lnTo>
                    <a:pt x="14097241" y="698754"/>
                  </a:lnTo>
                  <a:lnTo>
                    <a:pt x="14146709" y="688826"/>
                  </a:lnTo>
                  <a:lnTo>
                    <a:pt x="14187101" y="661720"/>
                  </a:lnTo>
                  <a:lnTo>
                    <a:pt x="14214332" y="621451"/>
                  </a:lnTo>
                  <a:lnTo>
                    <a:pt x="14224317" y="572033"/>
                  </a:lnTo>
                  <a:lnTo>
                    <a:pt x="14224317" y="127076"/>
                  </a:lnTo>
                  <a:lnTo>
                    <a:pt x="14214332" y="77602"/>
                  </a:lnTo>
                  <a:lnTo>
                    <a:pt x="14187101" y="37211"/>
                  </a:lnTo>
                  <a:lnTo>
                    <a:pt x="14146709" y="9982"/>
                  </a:lnTo>
                  <a:lnTo>
                    <a:pt x="14097241" y="0"/>
                  </a:lnTo>
                  <a:lnTo>
                    <a:pt x="127076" y="0"/>
                  </a:lnTo>
                  <a:lnTo>
                    <a:pt x="77452" y="9982"/>
                  </a:lnTo>
                  <a:lnTo>
                    <a:pt x="37077" y="37211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572033"/>
                  </a:lnTo>
                  <a:lnTo>
                    <a:pt x="9932" y="621451"/>
                  </a:lnTo>
                  <a:lnTo>
                    <a:pt x="37077" y="661720"/>
                  </a:lnTo>
                  <a:lnTo>
                    <a:pt x="77452" y="688826"/>
                  </a:lnTo>
                  <a:lnTo>
                    <a:pt x="127076" y="698754"/>
                  </a:lnTo>
                  <a:close/>
                </a:path>
              </a:pathLst>
            </a:custGeom>
            <a:ln w="611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555720" y="8153286"/>
              <a:ext cx="0" cy="584835"/>
            </a:xfrm>
            <a:custGeom>
              <a:avLst/>
              <a:gdLst/>
              <a:ahLst/>
              <a:cxnLst/>
              <a:rect l="l" t="t" r="r" b="b"/>
              <a:pathLst>
                <a:path h="584834">
                  <a:moveTo>
                    <a:pt x="0" y="584276"/>
                  </a:moveTo>
                  <a:lnTo>
                    <a:pt x="0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7360818" y="5067261"/>
            <a:ext cx="8928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Medicine</a:t>
            </a:r>
            <a:r>
              <a:rPr sz="900" spc="240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7B39EC"/>
                </a:solidFill>
                <a:latin typeface="Arial MT"/>
                <a:cs typeface="Arial MT"/>
              </a:rPr>
              <a:t>Boxes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806016" y="7999818"/>
            <a:ext cx="963930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solidFill>
                  <a:srgbClr val="00C8A6"/>
                </a:solidFill>
                <a:latin typeface="Arial MT"/>
                <a:cs typeface="Arial MT"/>
              </a:rPr>
              <a:t>3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Hardware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Devices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6540474" y="8153286"/>
            <a:ext cx="5969000" cy="584835"/>
          </a:xfrm>
          <a:custGeom>
            <a:avLst/>
            <a:gdLst/>
            <a:ahLst/>
            <a:cxnLst/>
            <a:rect l="l" t="t" r="r" b="b"/>
            <a:pathLst>
              <a:path w="5969000" h="584834">
                <a:moveTo>
                  <a:pt x="0" y="584276"/>
                </a:moveTo>
                <a:lnTo>
                  <a:pt x="0" y="0"/>
                </a:lnTo>
              </a:path>
              <a:path w="5969000" h="584834">
                <a:moveTo>
                  <a:pt x="2984411" y="584276"/>
                </a:moveTo>
                <a:lnTo>
                  <a:pt x="2984411" y="0"/>
                </a:lnTo>
              </a:path>
              <a:path w="5969000" h="584834">
                <a:moveTo>
                  <a:pt x="5968809" y="584276"/>
                </a:moveTo>
                <a:lnTo>
                  <a:pt x="5968809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4746142" y="7999818"/>
            <a:ext cx="1054735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solidFill>
                  <a:srgbClr val="00C8A6"/>
                </a:solidFill>
                <a:latin typeface="Arial MT"/>
                <a:cs typeface="Arial MT"/>
              </a:rPr>
              <a:t>20+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Dashboard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Modules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743138" y="7999818"/>
            <a:ext cx="1030605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solidFill>
                  <a:srgbClr val="00C8A6"/>
                </a:solidFill>
                <a:latin typeface="Arial MT"/>
                <a:cs typeface="Arial MT"/>
              </a:rPr>
              <a:t>143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Patients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Registered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10842015" y="7999818"/>
            <a:ext cx="800100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spc="-25" dirty="0">
                <a:solidFill>
                  <a:srgbClr val="00C8A6"/>
                </a:solidFill>
                <a:latin typeface="Arial MT"/>
                <a:cs typeface="Arial MT"/>
              </a:rPr>
              <a:t>128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Devices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Online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13779614" y="7999818"/>
            <a:ext cx="895350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spc="-50" dirty="0">
                <a:solidFill>
                  <a:srgbClr val="00C8A6"/>
                </a:solidFill>
                <a:latin typeface="Arial MT"/>
                <a:cs typeface="Arial MT"/>
              </a:rPr>
              <a:t>4</a:t>
            </a: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Villages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Covered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22085"/>
            <a:ext cx="76835" cy="3122295"/>
            <a:chOff x="0" y="6022085"/>
            <a:chExt cx="76835" cy="3122295"/>
          </a:xfrm>
        </p:grpSpPr>
        <p:sp>
          <p:nvSpPr>
            <p:cNvPr id="3" name="object 3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765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98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884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399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68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2166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58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48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7850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38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38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7485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18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3022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F8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E8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9364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D9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C9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570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B93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387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995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204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896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799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0" y="4924805"/>
            <a:ext cx="76835" cy="1110615"/>
            <a:chOff x="0" y="4924805"/>
            <a:chExt cx="76835" cy="1110615"/>
          </a:xfrm>
        </p:grpSpPr>
        <p:sp>
          <p:nvSpPr>
            <p:cNvPr id="21" name="object 21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699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59B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5473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49C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5290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29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19F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0A0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0" y="3644646"/>
            <a:ext cx="76835" cy="1293495"/>
            <a:chOff x="0" y="3644646"/>
            <a:chExt cx="76835" cy="1293495"/>
          </a:xfrm>
        </p:grpSpPr>
        <p:sp>
          <p:nvSpPr>
            <p:cNvPr id="28" name="object 28"/>
            <p:cNvSpPr/>
            <p:nvPr/>
          </p:nvSpPr>
          <p:spPr>
            <a:xfrm>
              <a:off x="0" y="4741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FA2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EA3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CA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4193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BA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40104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AA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3827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9A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8AA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0" y="2547366"/>
            <a:ext cx="76835" cy="1110615"/>
            <a:chOff x="0" y="2547366"/>
            <a:chExt cx="76835" cy="1110615"/>
          </a:xfrm>
        </p:grpSpPr>
        <p:sp>
          <p:nvSpPr>
            <p:cNvPr id="36" name="object 36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7AC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3278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5AD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4AE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2913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3B0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2B1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25473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1B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0" y="1267205"/>
            <a:ext cx="76835" cy="1293495"/>
            <a:chOff x="0" y="1267205"/>
            <a:chExt cx="76835" cy="1293495"/>
          </a:xfrm>
        </p:grpSpPr>
        <p:sp>
          <p:nvSpPr>
            <p:cNvPr id="43" name="object 43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0B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2181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EB6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DB7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815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CB8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BBA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1450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ABB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8BD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0" y="169926"/>
            <a:ext cx="76835" cy="1110615"/>
            <a:chOff x="0" y="169926"/>
            <a:chExt cx="76835" cy="1110615"/>
          </a:xfrm>
        </p:grpSpPr>
        <p:sp>
          <p:nvSpPr>
            <p:cNvPr id="51" name="object 51"/>
            <p:cNvSpPr/>
            <p:nvPr/>
          </p:nvSpPr>
          <p:spPr>
            <a:xfrm>
              <a:off x="0" y="10843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7BE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6B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718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5C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535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4C2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3C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169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1C5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0" y="12"/>
            <a:ext cx="76835" cy="183515"/>
          </a:xfrm>
          <a:custGeom>
            <a:avLst/>
            <a:gdLst/>
            <a:ahLst/>
            <a:cxnLst/>
            <a:rect l="l" t="t" r="r" b="b"/>
            <a:pathLst>
              <a:path w="76835" h="183515">
                <a:moveTo>
                  <a:pt x="0" y="183222"/>
                </a:moveTo>
                <a:lnTo>
                  <a:pt x="76314" y="183222"/>
                </a:lnTo>
                <a:lnTo>
                  <a:pt x="76314" y="0"/>
                </a:lnTo>
                <a:lnTo>
                  <a:pt x="0" y="0"/>
                </a:lnTo>
                <a:lnTo>
                  <a:pt x="0" y="183222"/>
                </a:lnTo>
                <a:close/>
              </a:path>
            </a:pathLst>
          </a:custGeom>
          <a:solidFill>
            <a:srgbClr val="00C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117701" y="471144"/>
            <a:ext cx="6858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CASES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1003223" y="699731"/>
            <a:ext cx="3843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5" dirty="0"/>
              <a:t>Built</a:t>
            </a:r>
            <a:r>
              <a:rPr dirty="0"/>
              <a:t> </a:t>
            </a:r>
            <a:r>
              <a:rPr spc="229" dirty="0"/>
              <a:t>for</a:t>
            </a:r>
            <a:r>
              <a:rPr spc="10" dirty="0"/>
              <a:t> </a:t>
            </a:r>
            <a:r>
              <a:rPr spc="125" dirty="0"/>
              <a:t>Every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1003223" y="1309572"/>
            <a:ext cx="49288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05" dirty="0">
                <a:solidFill>
                  <a:srgbClr val="3A81F5"/>
                </a:solidFill>
                <a:latin typeface="Arial MT"/>
                <a:cs typeface="Arial MT"/>
              </a:rPr>
              <a:t>Healthcare</a:t>
            </a:r>
            <a:r>
              <a:rPr sz="4400" spc="10" dirty="0">
                <a:solidFill>
                  <a:srgbClr val="3A81F5"/>
                </a:solidFill>
                <a:latin typeface="Arial MT"/>
                <a:cs typeface="Arial MT"/>
              </a:rPr>
              <a:t> </a:t>
            </a:r>
            <a:r>
              <a:rPr sz="4400" spc="150" dirty="0">
                <a:solidFill>
                  <a:srgbClr val="3A81F5"/>
                </a:solidFill>
                <a:latin typeface="Arial MT"/>
                <a:cs typeface="Arial MT"/>
              </a:rPr>
              <a:t>Setting</a:t>
            </a:r>
            <a:endParaRPr sz="44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08303" y="500341"/>
            <a:ext cx="4841875" cy="2428875"/>
            <a:chOff x="1008303" y="500341"/>
            <a:chExt cx="4841875" cy="2428875"/>
          </a:xfrm>
        </p:grpSpPr>
        <p:sp>
          <p:nvSpPr>
            <p:cNvPr id="62" name="object 62"/>
            <p:cNvSpPr/>
            <p:nvPr/>
          </p:nvSpPr>
          <p:spPr>
            <a:xfrm>
              <a:off x="1015923" y="507961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5" h="2413635">
                  <a:moveTo>
                    <a:pt x="4699431" y="0"/>
                  </a:moveTo>
                  <a:lnTo>
                    <a:pt x="127076" y="0"/>
                  </a:lnTo>
                  <a:lnTo>
                    <a:pt x="77452" y="9927"/>
                  </a:lnTo>
                  <a:lnTo>
                    <a:pt x="37077" y="37033"/>
                  </a:lnTo>
                  <a:lnTo>
                    <a:pt x="9932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32" y="2335773"/>
                  </a:lnTo>
                  <a:lnTo>
                    <a:pt x="37077" y="2376043"/>
                  </a:lnTo>
                  <a:lnTo>
                    <a:pt x="77452" y="2403148"/>
                  </a:lnTo>
                  <a:lnTo>
                    <a:pt x="127076" y="2413076"/>
                  </a:lnTo>
                  <a:lnTo>
                    <a:pt x="4699431" y="2413076"/>
                  </a:lnTo>
                  <a:lnTo>
                    <a:pt x="4748849" y="2403148"/>
                  </a:lnTo>
                  <a:lnTo>
                    <a:pt x="4789119" y="2376043"/>
                  </a:lnTo>
                  <a:lnTo>
                    <a:pt x="4816224" y="2335773"/>
                  </a:lnTo>
                  <a:lnTo>
                    <a:pt x="4826152" y="2286355"/>
                  </a:lnTo>
                  <a:lnTo>
                    <a:pt x="4826152" y="126720"/>
                  </a:lnTo>
                  <a:lnTo>
                    <a:pt x="4816224" y="77302"/>
                  </a:lnTo>
                  <a:lnTo>
                    <a:pt x="4789119" y="37033"/>
                  </a:lnTo>
                  <a:lnTo>
                    <a:pt x="4748849" y="9927"/>
                  </a:lnTo>
                  <a:lnTo>
                    <a:pt x="4699431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15923" y="507961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5" h="2413635">
                  <a:moveTo>
                    <a:pt x="127076" y="2413076"/>
                  </a:moveTo>
                  <a:lnTo>
                    <a:pt x="4699431" y="2413076"/>
                  </a:lnTo>
                  <a:lnTo>
                    <a:pt x="4748849" y="2403148"/>
                  </a:lnTo>
                  <a:lnTo>
                    <a:pt x="4789119" y="2376043"/>
                  </a:lnTo>
                  <a:lnTo>
                    <a:pt x="4816224" y="2335773"/>
                  </a:lnTo>
                  <a:lnTo>
                    <a:pt x="4826152" y="2286355"/>
                  </a:lnTo>
                  <a:lnTo>
                    <a:pt x="4826152" y="126720"/>
                  </a:lnTo>
                  <a:lnTo>
                    <a:pt x="4816224" y="77302"/>
                  </a:lnTo>
                  <a:lnTo>
                    <a:pt x="4789119" y="37033"/>
                  </a:lnTo>
                  <a:lnTo>
                    <a:pt x="4748849" y="9927"/>
                  </a:lnTo>
                  <a:lnTo>
                    <a:pt x="4699431" y="0"/>
                  </a:lnTo>
                  <a:lnTo>
                    <a:pt x="127076" y="0"/>
                  </a:lnTo>
                  <a:lnTo>
                    <a:pt x="77452" y="9927"/>
                  </a:lnTo>
                  <a:lnTo>
                    <a:pt x="37077" y="37033"/>
                  </a:lnTo>
                  <a:lnTo>
                    <a:pt x="9932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32" y="2335773"/>
                  </a:lnTo>
                  <a:lnTo>
                    <a:pt x="37077" y="2376043"/>
                  </a:lnTo>
                  <a:lnTo>
                    <a:pt x="77452" y="2403148"/>
                  </a:lnTo>
                  <a:lnTo>
                    <a:pt x="127076" y="2413076"/>
                  </a:lnTo>
                  <a:close/>
                </a:path>
              </a:pathLst>
            </a:custGeom>
            <a:ln w="151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168196" y="647636"/>
              <a:ext cx="356235" cy="305435"/>
            </a:xfrm>
            <a:custGeom>
              <a:avLst/>
              <a:gdLst/>
              <a:ahLst/>
              <a:cxnLst/>
              <a:rect l="l" t="t" r="r" b="b"/>
              <a:pathLst>
                <a:path w="356234" h="305434">
                  <a:moveTo>
                    <a:pt x="292328" y="0"/>
                  </a:moveTo>
                  <a:lnTo>
                    <a:pt x="63360" y="0"/>
                  </a:lnTo>
                  <a:lnTo>
                    <a:pt x="38731" y="4990"/>
                  </a:lnTo>
                  <a:lnTo>
                    <a:pt x="18588" y="18588"/>
                  </a:lnTo>
                  <a:lnTo>
                    <a:pt x="4990" y="38731"/>
                  </a:lnTo>
                  <a:lnTo>
                    <a:pt x="0" y="63360"/>
                  </a:lnTo>
                  <a:lnTo>
                    <a:pt x="0" y="241566"/>
                  </a:lnTo>
                  <a:lnTo>
                    <a:pt x="4990" y="266195"/>
                  </a:lnTo>
                  <a:lnTo>
                    <a:pt x="18588" y="286338"/>
                  </a:lnTo>
                  <a:lnTo>
                    <a:pt x="38731" y="299936"/>
                  </a:lnTo>
                  <a:lnTo>
                    <a:pt x="63360" y="304926"/>
                  </a:lnTo>
                  <a:lnTo>
                    <a:pt x="292328" y="304926"/>
                  </a:lnTo>
                  <a:lnTo>
                    <a:pt x="317168" y="299936"/>
                  </a:lnTo>
                  <a:lnTo>
                    <a:pt x="337416" y="286338"/>
                  </a:lnTo>
                  <a:lnTo>
                    <a:pt x="351050" y="266195"/>
                  </a:lnTo>
                  <a:lnTo>
                    <a:pt x="356044" y="241566"/>
                  </a:lnTo>
                  <a:lnTo>
                    <a:pt x="356044" y="63360"/>
                  </a:lnTo>
                  <a:lnTo>
                    <a:pt x="351050" y="38731"/>
                  </a:lnTo>
                  <a:lnTo>
                    <a:pt x="337416" y="18588"/>
                  </a:lnTo>
                  <a:lnTo>
                    <a:pt x="317168" y="4990"/>
                  </a:lnTo>
                  <a:lnTo>
                    <a:pt x="292328" y="0"/>
                  </a:lnTo>
                  <a:close/>
                </a:path>
              </a:pathLst>
            </a:custGeom>
            <a:solidFill>
              <a:srgbClr val="00C8A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269974" y="761657"/>
            <a:ext cx="1530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0C8A6"/>
                </a:solidFill>
                <a:latin typeface="Arial MT"/>
                <a:cs typeface="Arial MT"/>
              </a:rPr>
              <a:t>01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663814" y="723861"/>
            <a:ext cx="17125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C8A6"/>
                </a:solidFill>
                <a:latin typeface="Arial MT"/>
                <a:cs typeface="Arial MT"/>
              </a:rPr>
              <a:t>PRIMARY</a:t>
            </a:r>
            <a:r>
              <a:rPr sz="1000" spc="1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0C8A6"/>
                </a:solidFill>
                <a:latin typeface="Arial MT"/>
                <a:cs typeface="Arial MT"/>
              </a:rPr>
              <a:t>HEALTH</a:t>
            </a:r>
            <a:r>
              <a:rPr sz="1000" spc="2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0C8A6"/>
                </a:solidFill>
                <a:latin typeface="Arial MT"/>
                <a:cs typeface="Arial MT"/>
              </a:rPr>
              <a:t>CENTRE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168196" y="1288985"/>
            <a:ext cx="4521835" cy="419734"/>
            <a:chOff x="1168196" y="1288985"/>
            <a:chExt cx="4521835" cy="419734"/>
          </a:xfrm>
        </p:grpSpPr>
        <p:sp>
          <p:nvSpPr>
            <p:cNvPr id="68" name="object 68"/>
            <p:cNvSpPr/>
            <p:nvPr/>
          </p:nvSpPr>
          <p:spPr>
            <a:xfrm>
              <a:off x="1168196" y="1295285"/>
              <a:ext cx="4521835" cy="0"/>
            </a:xfrm>
            <a:custGeom>
              <a:avLst/>
              <a:gdLst/>
              <a:ahLst/>
              <a:cxnLst/>
              <a:rect l="l" t="t" r="r" b="b"/>
              <a:pathLst>
                <a:path w="4521835">
                  <a:moveTo>
                    <a:pt x="0" y="0"/>
                  </a:moveTo>
                  <a:lnTo>
                    <a:pt x="4521238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2837" y="1415884"/>
              <a:ext cx="63728" cy="6371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2837" y="1644484"/>
              <a:ext cx="63728" cy="63715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1181061" y="1003223"/>
            <a:ext cx="22618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30+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patients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monitored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screen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384465" y="1371498"/>
            <a:ext cx="13100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ASHA</a:t>
            </a:r>
            <a:r>
              <a:rPr sz="900" spc="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visits</a:t>
            </a:r>
            <a:r>
              <a:rPr sz="900" spc="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GPS-verified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3" name="object 7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2837" y="1873084"/>
            <a:ext cx="63728" cy="63715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1384465" y="1600098"/>
            <a:ext cx="14776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LoRa</a:t>
            </a:r>
            <a:r>
              <a:rPr sz="9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mesh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needs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zero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WiFi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5" name="object 7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2837" y="2101684"/>
            <a:ext cx="63728" cy="63715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1384465" y="1828698"/>
            <a:ext cx="15430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SOS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reaches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PHC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in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&lt;30 </a:t>
            </a:r>
            <a:r>
              <a:rPr sz="900" spc="-25" dirty="0">
                <a:solidFill>
                  <a:srgbClr val="8A939D"/>
                </a:solidFill>
                <a:latin typeface="Arial MT"/>
                <a:cs typeface="Arial MT"/>
              </a:rPr>
              <a:t>sec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024536" y="500341"/>
            <a:ext cx="4841875" cy="2428875"/>
            <a:chOff x="6024536" y="500341"/>
            <a:chExt cx="4841875" cy="2428875"/>
          </a:xfrm>
        </p:grpSpPr>
        <p:sp>
          <p:nvSpPr>
            <p:cNvPr id="78" name="object 78"/>
            <p:cNvSpPr/>
            <p:nvPr/>
          </p:nvSpPr>
          <p:spPr>
            <a:xfrm>
              <a:off x="6032156" y="507961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4" h="2413635">
                  <a:moveTo>
                    <a:pt x="4699444" y="0"/>
                  </a:moveTo>
                  <a:lnTo>
                    <a:pt x="127088" y="0"/>
                  </a:lnTo>
                  <a:lnTo>
                    <a:pt x="77613" y="9927"/>
                  </a:lnTo>
                  <a:lnTo>
                    <a:pt x="37217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84" y="2335773"/>
                  </a:lnTo>
                  <a:lnTo>
                    <a:pt x="37217" y="2376043"/>
                  </a:lnTo>
                  <a:lnTo>
                    <a:pt x="77613" y="2403148"/>
                  </a:lnTo>
                  <a:lnTo>
                    <a:pt x="127088" y="2413076"/>
                  </a:lnTo>
                  <a:lnTo>
                    <a:pt x="4699444" y="2413076"/>
                  </a:lnTo>
                  <a:lnTo>
                    <a:pt x="4748912" y="2403148"/>
                  </a:lnTo>
                  <a:lnTo>
                    <a:pt x="4789304" y="2376043"/>
                  </a:lnTo>
                  <a:lnTo>
                    <a:pt x="4816535" y="2335773"/>
                  </a:lnTo>
                  <a:lnTo>
                    <a:pt x="4826520" y="2286355"/>
                  </a:lnTo>
                  <a:lnTo>
                    <a:pt x="4826520" y="126720"/>
                  </a:lnTo>
                  <a:lnTo>
                    <a:pt x="4816535" y="77302"/>
                  </a:lnTo>
                  <a:lnTo>
                    <a:pt x="4789304" y="37033"/>
                  </a:lnTo>
                  <a:lnTo>
                    <a:pt x="4748912" y="9927"/>
                  </a:lnTo>
                  <a:lnTo>
                    <a:pt x="4699444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032156" y="507961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4" h="2413635">
                  <a:moveTo>
                    <a:pt x="127088" y="2413076"/>
                  </a:moveTo>
                  <a:lnTo>
                    <a:pt x="4699444" y="2413076"/>
                  </a:lnTo>
                  <a:lnTo>
                    <a:pt x="4748912" y="2403148"/>
                  </a:lnTo>
                  <a:lnTo>
                    <a:pt x="4789304" y="2376043"/>
                  </a:lnTo>
                  <a:lnTo>
                    <a:pt x="4816535" y="2335773"/>
                  </a:lnTo>
                  <a:lnTo>
                    <a:pt x="4826520" y="2286355"/>
                  </a:lnTo>
                  <a:lnTo>
                    <a:pt x="4826520" y="126720"/>
                  </a:lnTo>
                  <a:lnTo>
                    <a:pt x="4816535" y="77302"/>
                  </a:lnTo>
                  <a:lnTo>
                    <a:pt x="4789304" y="37033"/>
                  </a:lnTo>
                  <a:lnTo>
                    <a:pt x="4748912" y="9927"/>
                  </a:lnTo>
                  <a:lnTo>
                    <a:pt x="4699444" y="0"/>
                  </a:lnTo>
                  <a:lnTo>
                    <a:pt x="127088" y="0"/>
                  </a:lnTo>
                  <a:lnTo>
                    <a:pt x="77613" y="9927"/>
                  </a:lnTo>
                  <a:lnTo>
                    <a:pt x="37217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84" y="2335773"/>
                  </a:lnTo>
                  <a:lnTo>
                    <a:pt x="37217" y="2376043"/>
                  </a:lnTo>
                  <a:lnTo>
                    <a:pt x="77613" y="2403148"/>
                  </a:lnTo>
                  <a:lnTo>
                    <a:pt x="127088" y="2413076"/>
                  </a:lnTo>
                  <a:close/>
                </a:path>
              </a:pathLst>
            </a:custGeom>
            <a:ln w="1511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184798" y="647636"/>
              <a:ext cx="356235" cy="305435"/>
            </a:xfrm>
            <a:custGeom>
              <a:avLst/>
              <a:gdLst/>
              <a:ahLst/>
              <a:cxnLst/>
              <a:rect l="l" t="t" r="r" b="b"/>
              <a:pathLst>
                <a:path w="356234" h="305434">
                  <a:moveTo>
                    <a:pt x="292315" y="0"/>
                  </a:moveTo>
                  <a:lnTo>
                    <a:pt x="63715" y="0"/>
                  </a:lnTo>
                  <a:lnTo>
                    <a:pt x="38876" y="4990"/>
                  </a:lnTo>
                  <a:lnTo>
                    <a:pt x="18627" y="18588"/>
                  </a:lnTo>
                  <a:lnTo>
                    <a:pt x="4994" y="38731"/>
                  </a:lnTo>
                  <a:lnTo>
                    <a:pt x="0" y="63360"/>
                  </a:lnTo>
                  <a:lnTo>
                    <a:pt x="0" y="241566"/>
                  </a:lnTo>
                  <a:lnTo>
                    <a:pt x="4994" y="266195"/>
                  </a:lnTo>
                  <a:lnTo>
                    <a:pt x="18627" y="286338"/>
                  </a:lnTo>
                  <a:lnTo>
                    <a:pt x="38876" y="299936"/>
                  </a:lnTo>
                  <a:lnTo>
                    <a:pt x="63715" y="304926"/>
                  </a:lnTo>
                  <a:lnTo>
                    <a:pt x="292315" y="304926"/>
                  </a:lnTo>
                  <a:lnTo>
                    <a:pt x="317157" y="299936"/>
                  </a:lnTo>
                  <a:lnTo>
                    <a:pt x="337410" y="286338"/>
                  </a:lnTo>
                  <a:lnTo>
                    <a:pt x="351048" y="266195"/>
                  </a:lnTo>
                  <a:lnTo>
                    <a:pt x="356044" y="241566"/>
                  </a:lnTo>
                  <a:lnTo>
                    <a:pt x="356044" y="63360"/>
                  </a:lnTo>
                  <a:lnTo>
                    <a:pt x="351048" y="38731"/>
                  </a:lnTo>
                  <a:lnTo>
                    <a:pt x="337410" y="18588"/>
                  </a:lnTo>
                  <a:lnTo>
                    <a:pt x="317157" y="4990"/>
                  </a:lnTo>
                  <a:lnTo>
                    <a:pt x="292315" y="0"/>
                  </a:lnTo>
                  <a:close/>
                </a:path>
              </a:pathLst>
            </a:custGeom>
            <a:solidFill>
              <a:srgbClr val="3A81F5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977823" y="2057653"/>
            <a:ext cx="5078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Rural</a:t>
            </a:r>
            <a:r>
              <a:rPr sz="1200" spc="-18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50" spc="-847" baseline="18518" dirty="0">
                <a:solidFill>
                  <a:srgbClr val="8A939D"/>
                </a:solidFill>
                <a:latin typeface="Arial MT"/>
                <a:cs typeface="Arial MT"/>
              </a:rPr>
              <a:t>M</a:t>
            </a:r>
            <a:r>
              <a:rPr sz="1200" spc="-55" dirty="0">
                <a:solidFill>
                  <a:srgbClr val="8A939D"/>
                </a:solidFill>
                <a:latin typeface="Arial MT"/>
                <a:cs typeface="Arial MT"/>
              </a:rPr>
              <a:t>c</a:t>
            </a:r>
            <a:r>
              <a:rPr sz="1350" spc="-690" baseline="18518" dirty="0">
                <a:solidFill>
                  <a:srgbClr val="8A939D"/>
                </a:solidFill>
                <a:latin typeface="Arial MT"/>
                <a:cs typeface="Arial MT"/>
              </a:rPr>
              <a:t>e</a:t>
            </a:r>
            <a:r>
              <a:rPr sz="1200" spc="-15" dirty="0">
                <a:solidFill>
                  <a:srgbClr val="8A939D"/>
                </a:solidFill>
                <a:latin typeface="Arial MT"/>
                <a:cs typeface="Arial MT"/>
              </a:rPr>
              <a:t>l</a:t>
            </a:r>
            <a:r>
              <a:rPr sz="1200" spc="-75" dirty="0">
                <a:solidFill>
                  <a:srgbClr val="8A939D"/>
                </a:solidFill>
                <a:latin typeface="Arial MT"/>
                <a:cs typeface="Arial MT"/>
              </a:rPr>
              <a:t>i</a:t>
            </a:r>
            <a:r>
              <a:rPr sz="1350" spc="-660" baseline="18518" dirty="0">
                <a:solidFill>
                  <a:srgbClr val="8A939D"/>
                </a:solidFill>
                <a:latin typeface="Arial MT"/>
                <a:cs typeface="Arial MT"/>
              </a:rPr>
              <a:t>d</a:t>
            </a:r>
            <a:r>
              <a:rPr sz="1200" spc="-240" dirty="0">
                <a:solidFill>
                  <a:srgbClr val="8A939D"/>
                </a:solidFill>
                <a:latin typeface="Arial MT"/>
                <a:cs typeface="Arial MT"/>
              </a:rPr>
              <a:t>n</a:t>
            </a:r>
            <a:r>
              <a:rPr sz="1350" spc="-7" baseline="18518" dirty="0">
                <a:solidFill>
                  <a:srgbClr val="8A939D"/>
                </a:solidFill>
                <a:latin typeface="Arial MT"/>
                <a:cs typeface="Arial MT"/>
              </a:rPr>
              <a:t>i</a:t>
            </a:r>
            <a:r>
              <a:rPr sz="1350" spc="-637" baseline="18518" dirty="0">
                <a:solidFill>
                  <a:srgbClr val="8A939D"/>
                </a:solidFill>
                <a:latin typeface="Arial MT"/>
                <a:cs typeface="Arial MT"/>
              </a:rPr>
              <a:t>c</a:t>
            </a:r>
            <a:r>
              <a:rPr sz="1200" spc="-15" dirty="0">
                <a:solidFill>
                  <a:srgbClr val="8A939D"/>
                </a:solidFill>
                <a:latin typeface="Arial MT"/>
                <a:cs typeface="Arial MT"/>
              </a:rPr>
              <a:t>i</a:t>
            </a:r>
            <a:r>
              <a:rPr sz="1200" spc="-445" dirty="0">
                <a:solidFill>
                  <a:srgbClr val="8A939D"/>
                </a:solidFill>
                <a:latin typeface="Arial MT"/>
                <a:cs typeface="Arial MT"/>
              </a:rPr>
              <a:t>c</a:t>
            </a:r>
            <a:r>
              <a:rPr sz="1350" baseline="18518" dirty="0">
                <a:solidFill>
                  <a:srgbClr val="8A939D"/>
                </a:solidFill>
                <a:latin typeface="Arial MT"/>
                <a:cs typeface="Arial MT"/>
              </a:rPr>
              <a:t>i</a:t>
            </a:r>
            <a:r>
              <a:rPr sz="1350" spc="-7" baseline="18518" dirty="0">
                <a:solidFill>
                  <a:srgbClr val="8A939D"/>
                </a:solidFill>
                <a:latin typeface="Arial MT"/>
                <a:cs typeface="Arial MT"/>
              </a:rPr>
              <a:t>n</a:t>
            </a:r>
            <a:r>
              <a:rPr sz="1350" spc="-667" baseline="18518" dirty="0">
                <a:solidFill>
                  <a:srgbClr val="8A939D"/>
                </a:solidFill>
                <a:latin typeface="Arial MT"/>
                <a:cs typeface="Arial MT"/>
              </a:rPr>
              <a:t>e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t</a:t>
            </a:r>
            <a:r>
              <a:rPr sz="1200" spc="-325" dirty="0">
                <a:solidFill>
                  <a:srgbClr val="8A939D"/>
                </a:solidFill>
                <a:latin typeface="Arial MT"/>
                <a:cs typeface="Arial MT"/>
              </a:rPr>
              <a:t>o</a:t>
            </a:r>
            <a:r>
              <a:rPr sz="1350" baseline="18518" dirty="0">
                <a:solidFill>
                  <a:srgbClr val="8A939D"/>
                </a:solidFill>
                <a:latin typeface="Arial MT"/>
                <a:cs typeface="Arial MT"/>
              </a:rPr>
              <a:t>d</a:t>
            </a:r>
            <a:r>
              <a:rPr sz="1350" spc="-89" baseline="18518" dirty="0">
                <a:solidFill>
                  <a:srgbClr val="8A939D"/>
                </a:solidFill>
                <a:latin typeface="Arial MT"/>
                <a:cs typeface="Arial MT"/>
              </a:rPr>
              <a:t>i</a:t>
            </a:r>
            <a:r>
              <a:rPr sz="1200" spc="-550" dirty="0">
                <a:solidFill>
                  <a:srgbClr val="8A939D"/>
                </a:solidFill>
                <a:latin typeface="Arial MT"/>
                <a:cs typeface="Arial MT"/>
              </a:rPr>
              <a:t>c</a:t>
            </a:r>
            <a:r>
              <a:rPr sz="1350" baseline="18518" dirty="0">
                <a:solidFill>
                  <a:srgbClr val="8A939D"/>
                </a:solidFill>
                <a:latin typeface="Arial MT"/>
                <a:cs typeface="Arial MT"/>
              </a:rPr>
              <a:t>s</a:t>
            </a:r>
            <a:r>
              <a:rPr sz="1350" spc="-652" baseline="18518" dirty="0">
                <a:solidFill>
                  <a:srgbClr val="8A939D"/>
                </a:solidFill>
                <a:latin typeface="Arial MT"/>
                <a:cs typeface="Arial MT"/>
              </a:rPr>
              <a:t>p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i</a:t>
            </a:r>
            <a:r>
              <a:rPr sz="1200" spc="-190" dirty="0">
                <a:solidFill>
                  <a:srgbClr val="8A939D"/>
                </a:solidFill>
                <a:latin typeface="Arial MT"/>
                <a:cs typeface="Arial MT"/>
              </a:rPr>
              <a:t>t</a:t>
            </a:r>
            <a:r>
              <a:rPr sz="1350" spc="-502" baseline="18518" dirty="0">
                <a:solidFill>
                  <a:srgbClr val="8A939D"/>
                </a:solidFill>
                <a:latin typeface="Arial MT"/>
                <a:cs typeface="Arial MT"/>
              </a:rPr>
              <a:t>e</a:t>
            </a:r>
            <a:r>
              <a:rPr sz="1200" spc="-270" dirty="0">
                <a:solidFill>
                  <a:srgbClr val="8A939D"/>
                </a:solidFill>
                <a:latin typeface="Arial MT"/>
                <a:cs typeface="Arial MT"/>
              </a:rPr>
              <a:t>y</a:t>
            </a:r>
            <a:r>
              <a:rPr sz="1350" spc="-7" baseline="18518" dirty="0">
                <a:solidFill>
                  <a:srgbClr val="8A939D"/>
                </a:solidFill>
                <a:latin typeface="Arial MT"/>
                <a:cs typeface="Arial MT"/>
              </a:rPr>
              <a:t>n</a:t>
            </a:r>
            <a:r>
              <a:rPr sz="1350" spc="-540" baseline="18518" dirty="0">
                <a:solidFill>
                  <a:srgbClr val="8A939D"/>
                </a:solidFill>
                <a:latin typeface="Arial MT"/>
                <a:cs typeface="Arial MT"/>
              </a:rPr>
              <a:t>s</a:t>
            </a:r>
            <a:r>
              <a:rPr sz="1200" spc="-315" dirty="0">
                <a:solidFill>
                  <a:srgbClr val="8A939D"/>
                </a:solidFill>
                <a:latin typeface="Arial MT"/>
                <a:cs typeface="Arial MT"/>
              </a:rPr>
              <a:t>h</a:t>
            </a:r>
            <a:r>
              <a:rPr sz="1350" spc="-300" baseline="18518" dirty="0">
                <a:solidFill>
                  <a:srgbClr val="8A939D"/>
                </a:solidFill>
                <a:latin typeface="Arial MT"/>
                <a:cs typeface="Arial MT"/>
              </a:rPr>
              <a:t>e</a:t>
            </a:r>
            <a:r>
              <a:rPr sz="1200" spc="-480" dirty="0">
                <a:solidFill>
                  <a:srgbClr val="8A939D"/>
                </a:solidFill>
                <a:latin typeface="Arial MT"/>
                <a:cs typeface="Arial MT"/>
              </a:rPr>
              <a:t>o</a:t>
            </a:r>
            <a:r>
              <a:rPr sz="1350" spc="-7" baseline="18518" dirty="0">
                <a:solidFill>
                  <a:srgbClr val="8A939D"/>
                </a:solidFill>
                <a:latin typeface="Arial MT"/>
                <a:cs typeface="Arial MT"/>
              </a:rPr>
              <a:t>r</a:t>
            </a:r>
            <a:r>
              <a:rPr sz="1350" spc="-427" baseline="18518" dirty="0">
                <a:solidFill>
                  <a:srgbClr val="8A939D"/>
                </a:solidFill>
                <a:latin typeface="Arial MT"/>
                <a:cs typeface="Arial MT"/>
              </a:rPr>
              <a:t>s</a:t>
            </a:r>
            <a:r>
              <a:rPr sz="1200" spc="-70" dirty="0">
                <a:solidFill>
                  <a:srgbClr val="8A939D"/>
                </a:solidFill>
                <a:latin typeface="Arial MT"/>
                <a:cs typeface="Arial MT"/>
              </a:rPr>
              <a:t>s</a:t>
            </a:r>
            <a:r>
              <a:rPr sz="1350" spc="-667" baseline="18518" dirty="0">
                <a:solidFill>
                  <a:srgbClr val="8A939D"/>
                </a:solidFill>
                <a:latin typeface="Arial MT"/>
                <a:cs typeface="Arial MT"/>
              </a:rPr>
              <a:t>a</a:t>
            </a:r>
            <a:r>
              <a:rPr sz="1200" spc="-235" dirty="0">
                <a:solidFill>
                  <a:srgbClr val="8A939D"/>
                </a:solidFill>
                <a:latin typeface="Arial MT"/>
                <a:cs typeface="Arial MT"/>
              </a:rPr>
              <a:t>p</a:t>
            </a:r>
            <a:r>
              <a:rPr sz="1350" spc="-405" baseline="18518" dirty="0">
                <a:solidFill>
                  <a:srgbClr val="8A939D"/>
                </a:solidFill>
                <a:latin typeface="Arial MT"/>
                <a:cs typeface="Arial MT"/>
              </a:rPr>
              <a:t>u</a:t>
            </a:r>
            <a:r>
              <a:rPr sz="1200" spc="-15" dirty="0">
                <a:solidFill>
                  <a:srgbClr val="8A939D"/>
                </a:solidFill>
                <a:latin typeface="Arial MT"/>
                <a:cs typeface="Arial MT"/>
              </a:rPr>
              <a:t>i</a:t>
            </a:r>
            <a:r>
              <a:rPr sz="1200" spc="-340" dirty="0">
                <a:solidFill>
                  <a:srgbClr val="8A939D"/>
                </a:solidFill>
                <a:latin typeface="Arial MT"/>
                <a:cs typeface="Arial MT"/>
              </a:rPr>
              <a:t>t</a:t>
            </a:r>
            <a:r>
              <a:rPr sz="1350" spc="-7" baseline="18518" dirty="0">
                <a:solidFill>
                  <a:srgbClr val="8A939D"/>
                </a:solidFill>
                <a:latin typeface="Arial MT"/>
                <a:cs typeface="Arial MT"/>
              </a:rPr>
              <a:t>t</a:t>
            </a:r>
            <a:r>
              <a:rPr sz="1350" spc="-644" baseline="18518" dirty="0">
                <a:solidFill>
                  <a:srgbClr val="8A939D"/>
                </a:solidFill>
                <a:latin typeface="Arial MT"/>
                <a:cs typeface="Arial MT"/>
              </a:rPr>
              <a:t>o</a:t>
            </a:r>
            <a:r>
              <a:rPr sz="1200" spc="-250" dirty="0">
                <a:solidFill>
                  <a:srgbClr val="8A939D"/>
                </a:solidFill>
                <a:latin typeface="Arial MT"/>
                <a:cs typeface="Arial MT"/>
              </a:rPr>
              <a:t>a</a:t>
            </a:r>
            <a:r>
              <a:rPr sz="1350" spc="-97" baseline="18518" dirty="0">
                <a:solidFill>
                  <a:srgbClr val="8A939D"/>
                </a:solidFill>
                <a:latin typeface="Arial MT"/>
                <a:cs typeface="Arial MT"/>
              </a:rPr>
              <a:t>-</a:t>
            </a:r>
            <a:r>
              <a:rPr sz="1200" spc="-220" dirty="0">
                <a:solidFill>
                  <a:srgbClr val="8A939D"/>
                </a:solidFill>
                <a:latin typeface="Arial MT"/>
                <a:cs typeface="Arial MT"/>
              </a:rPr>
              <a:t>l</a:t>
            </a:r>
            <a:r>
              <a:rPr sz="1350" spc="-382" baseline="18518" dirty="0">
                <a:solidFill>
                  <a:srgbClr val="8A939D"/>
                </a:solidFill>
                <a:latin typeface="Arial MT"/>
                <a:cs typeface="Arial MT"/>
              </a:rPr>
              <a:t>s</a:t>
            </a:r>
            <a:r>
              <a:rPr sz="1200" spc="-90" dirty="0">
                <a:solidFill>
                  <a:srgbClr val="8A939D"/>
                </a:solidFill>
                <a:latin typeface="Arial MT"/>
                <a:cs typeface="Arial MT"/>
              </a:rPr>
              <a:t>.</a:t>
            </a:r>
            <a:r>
              <a:rPr sz="1350" spc="-67" baseline="18518" dirty="0">
                <a:solidFill>
                  <a:srgbClr val="8A939D"/>
                </a:solidFill>
                <a:latin typeface="Arial MT"/>
                <a:cs typeface="Arial MT"/>
              </a:rPr>
              <a:t>c</a:t>
            </a:r>
            <a:r>
              <a:rPr sz="1200" spc="-760" dirty="0">
                <a:solidFill>
                  <a:srgbClr val="8A939D"/>
                </a:solidFill>
                <a:latin typeface="Arial MT"/>
                <a:cs typeface="Arial MT"/>
              </a:rPr>
              <a:t>E</a:t>
            </a:r>
            <a:r>
              <a:rPr sz="1350" spc="-7" baseline="18518" dirty="0">
                <a:solidFill>
                  <a:srgbClr val="8A939D"/>
                </a:solidFill>
                <a:latin typeface="Arial MT"/>
                <a:cs typeface="Arial MT"/>
              </a:rPr>
              <a:t>h</a:t>
            </a:r>
            <a:r>
              <a:rPr sz="1350" spc="-375" baseline="18518" dirty="0">
                <a:solidFill>
                  <a:srgbClr val="8A939D"/>
                </a:solidFill>
                <a:latin typeface="Arial MT"/>
                <a:cs typeface="Arial MT"/>
              </a:rPr>
              <a:t>e</a:t>
            </a:r>
            <a:r>
              <a:rPr sz="1200" spc="-35" dirty="0">
                <a:solidFill>
                  <a:srgbClr val="8A939D"/>
                </a:solidFill>
                <a:latin typeface="Arial MT"/>
                <a:cs typeface="Arial MT"/>
              </a:rPr>
              <a:t>l</a:t>
            </a:r>
            <a:r>
              <a:rPr sz="1350" spc="-735" baseline="18518" dirty="0">
                <a:solidFill>
                  <a:srgbClr val="8A939D"/>
                </a:solidFill>
                <a:latin typeface="Arial MT"/>
                <a:cs typeface="Arial MT"/>
              </a:rPr>
              <a:t>d</a:t>
            </a:r>
            <a:r>
              <a:rPr sz="1200" spc="-185" dirty="0">
                <a:solidFill>
                  <a:srgbClr val="8A939D"/>
                </a:solidFill>
                <a:latin typeface="Arial MT"/>
                <a:cs typeface="Arial MT"/>
              </a:rPr>
              <a:t>d</a:t>
            </a:r>
            <a:r>
              <a:rPr sz="1350" spc="-480" baseline="18518" dirty="0">
                <a:solidFill>
                  <a:srgbClr val="8A939D"/>
                </a:solidFill>
                <a:latin typeface="Arial MT"/>
                <a:cs typeface="Arial MT"/>
              </a:rPr>
              <a:t>u</a:t>
            </a:r>
            <a:r>
              <a:rPr sz="1200" spc="-360" dirty="0">
                <a:solidFill>
                  <a:srgbClr val="8A939D"/>
                </a:solidFill>
                <a:latin typeface="Arial MT"/>
                <a:cs typeface="Arial MT"/>
              </a:rPr>
              <a:t>e</a:t>
            </a:r>
            <a:r>
              <a:rPr sz="1350" baseline="18518" dirty="0">
                <a:solidFill>
                  <a:srgbClr val="8A939D"/>
                </a:solidFill>
                <a:latin typeface="Arial MT"/>
                <a:cs typeface="Arial MT"/>
              </a:rPr>
              <a:t>l</a:t>
            </a:r>
            <a:r>
              <a:rPr sz="1350" spc="-547" baseline="18518" dirty="0">
                <a:solidFill>
                  <a:srgbClr val="8A939D"/>
                </a:solidFill>
                <a:latin typeface="Arial MT"/>
                <a:cs typeface="Arial MT"/>
              </a:rPr>
              <a:t>e</a:t>
            </a:r>
            <a:r>
              <a:rPr sz="1200" spc="-55" dirty="0">
                <a:solidFill>
                  <a:srgbClr val="8A939D"/>
                </a:solidFill>
                <a:latin typeface="Arial MT"/>
                <a:cs typeface="Arial MT"/>
              </a:rPr>
              <a:t>r</a:t>
            </a:r>
            <a:r>
              <a:rPr sz="1350" spc="-712" baseline="18518" dirty="0">
                <a:solidFill>
                  <a:srgbClr val="8A939D"/>
                </a:solidFill>
                <a:latin typeface="Arial MT"/>
                <a:cs typeface="Arial MT"/>
              </a:rPr>
              <a:t>d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ly</a:t>
            </a:r>
            <a:r>
              <a:rPr sz="1200" spc="4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home</a:t>
            </a:r>
            <a:r>
              <a:rPr sz="1200" spc="5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to</a:t>
            </a:r>
            <a:r>
              <a:rPr sz="1200" spc="4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corporate</a:t>
            </a:r>
            <a:r>
              <a:rPr sz="1200" spc="5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office.</a:t>
            </a:r>
            <a:r>
              <a:rPr sz="1200" spc="5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One</a:t>
            </a:r>
            <a:r>
              <a:rPr sz="1200" spc="5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platform.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286576" y="761657"/>
            <a:ext cx="1530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3A81F5"/>
                </a:solidFill>
                <a:latin typeface="Arial MT"/>
                <a:cs typeface="Arial MT"/>
              </a:rPr>
              <a:t>02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680060" y="723861"/>
            <a:ext cx="14382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3A81F5"/>
                </a:solidFill>
                <a:latin typeface="Arial MT"/>
                <a:cs typeface="Arial MT"/>
              </a:rPr>
              <a:t>HOSPITAL</a:t>
            </a:r>
            <a:r>
              <a:rPr sz="1000" spc="55" dirty="0">
                <a:solidFill>
                  <a:srgbClr val="3A81F5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3A81F5"/>
                </a:solidFill>
                <a:latin typeface="Arial MT"/>
                <a:cs typeface="Arial MT"/>
              </a:rPr>
              <a:t>RECEPTION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184798" y="1295285"/>
            <a:ext cx="4521835" cy="0"/>
          </a:xfrm>
          <a:custGeom>
            <a:avLst/>
            <a:gdLst/>
            <a:ahLst/>
            <a:cxnLst/>
            <a:rect l="l" t="t" r="r" b="b"/>
            <a:pathLst>
              <a:path w="4521834">
                <a:moveTo>
                  <a:pt x="0" y="0"/>
                </a:moveTo>
                <a:lnTo>
                  <a:pt x="4521238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5" name="object 8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9083" y="1415884"/>
            <a:ext cx="64071" cy="63715"/>
          </a:xfrm>
          <a:prstGeom prst="rect">
            <a:avLst/>
          </a:prstGeom>
        </p:spPr>
      </p:pic>
      <p:sp>
        <p:nvSpPr>
          <p:cNvPr id="86" name="object 86"/>
          <p:cNvSpPr txBox="1"/>
          <p:nvPr/>
        </p:nvSpPr>
        <p:spPr>
          <a:xfrm>
            <a:off x="6197663" y="1003223"/>
            <a:ext cx="28917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Wristband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assigned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entry,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streams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instantly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87" name="object 8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9083" y="1644484"/>
            <a:ext cx="64071" cy="63715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29083" y="1873084"/>
            <a:ext cx="64071" cy="63715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29083" y="2101684"/>
            <a:ext cx="64071" cy="63715"/>
          </a:xfrm>
          <a:prstGeom prst="rect">
            <a:avLst/>
          </a:prstGeom>
        </p:spPr>
      </p:pic>
      <p:grpSp>
        <p:nvGrpSpPr>
          <p:cNvPr id="90" name="object 90"/>
          <p:cNvGrpSpPr/>
          <p:nvPr/>
        </p:nvGrpSpPr>
        <p:grpSpPr>
          <a:xfrm>
            <a:off x="11041198" y="500402"/>
            <a:ext cx="4841875" cy="2428240"/>
            <a:chOff x="11041198" y="500402"/>
            <a:chExt cx="4841875" cy="2428240"/>
          </a:xfrm>
        </p:grpSpPr>
        <p:sp>
          <p:nvSpPr>
            <p:cNvPr id="91" name="object 91"/>
            <p:cNvSpPr/>
            <p:nvPr/>
          </p:nvSpPr>
          <p:spPr>
            <a:xfrm>
              <a:off x="11048758" y="507961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4" h="2413635">
                  <a:moveTo>
                    <a:pt x="4699444" y="0"/>
                  </a:moveTo>
                  <a:lnTo>
                    <a:pt x="127076" y="0"/>
                  </a:lnTo>
                  <a:lnTo>
                    <a:pt x="77607" y="9927"/>
                  </a:lnTo>
                  <a:lnTo>
                    <a:pt x="37215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84" y="2335773"/>
                  </a:lnTo>
                  <a:lnTo>
                    <a:pt x="37215" y="2376043"/>
                  </a:lnTo>
                  <a:lnTo>
                    <a:pt x="77607" y="2403148"/>
                  </a:lnTo>
                  <a:lnTo>
                    <a:pt x="127076" y="2413076"/>
                  </a:lnTo>
                  <a:lnTo>
                    <a:pt x="4699444" y="2413076"/>
                  </a:lnTo>
                  <a:lnTo>
                    <a:pt x="4748912" y="2403148"/>
                  </a:lnTo>
                  <a:lnTo>
                    <a:pt x="4789304" y="2376043"/>
                  </a:lnTo>
                  <a:lnTo>
                    <a:pt x="4816535" y="2335773"/>
                  </a:lnTo>
                  <a:lnTo>
                    <a:pt x="4826520" y="2286355"/>
                  </a:lnTo>
                  <a:lnTo>
                    <a:pt x="4826520" y="126720"/>
                  </a:lnTo>
                  <a:lnTo>
                    <a:pt x="4816535" y="77302"/>
                  </a:lnTo>
                  <a:lnTo>
                    <a:pt x="4789304" y="37033"/>
                  </a:lnTo>
                  <a:lnTo>
                    <a:pt x="4748912" y="9927"/>
                  </a:lnTo>
                  <a:lnTo>
                    <a:pt x="4699444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1048758" y="507961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4" h="2413635">
                  <a:moveTo>
                    <a:pt x="127076" y="2413076"/>
                  </a:moveTo>
                  <a:lnTo>
                    <a:pt x="4699444" y="2413076"/>
                  </a:lnTo>
                  <a:lnTo>
                    <a:pt x="4748912" y="2403148"/>
                  </a:lnTo>
                  <a:lnTo>
                    <a:pt x="4789304" y="2376043"/>
                  </a:lnTo>
                  <a:lnTo>
                    <a:pt x="4816535" y="2335773"/>
                  </a:lnTo>
                  <a:lnTo>
                    <a:pt x="4826520" y="2286355"/>
                  </a:lnTo>
                  <a:lnTo>
                    <a:pt x="4826520" y="126720"/>
                  </a:lnTo>
                  <a:lnTo>
                    <a:pt x="4816535" y="77302"/>
                  </a:lnTo>
                  <a:lnTo>
                    <a:pt x="4789304" y="37033"/>
                  </a:lnTo>
                  <a:lnTo>
                    <a:pt x="4748912" y="9927"/>
                  </a:lnTo>
                  <a:lnTo>
                    <a:pt x="4699444" y="0"/>
                  </a:lnTo>
                  <a:lnTo>
                    <a:pt x="127076" y="0"/>
                  </a:lnTo>
                  <a:lnTo>
                    <a:pt x="77607" y="9927"/>
                  </a:lnTo>
                  <a:lnTo>
                    <a:pt x="37215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84" y="2335773"/>
                  </a:lnTo>
                  <a:lnTo>
                    <a:pt x="37215" y="2376043"/>
                  </a:lnTo>
                  <a:lnTo>
                    <a:pt x="77607" y="2403148"/>
                  </a:lnTo>
                  <a:lnTo>
                    <a:pt x="127076" y="2413076"/>
                  </a:lnTo>
                  <a:close/>
                </a:path>
              </a:pathLst>
            </a:custGeom>
            <a:ln w="15119">
              <a:solidFill>
                <a:srgbClr val="0FB8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1201400" y="647636"/>
              <a:ext cx="356235" cy="305435"/>
            </a:xfrm>
            <a:custGeom>
              <a:avLst/>
              <a:gdLst/>
              <a:ahLst/>
              <a:cxnLst/>
              <a:rect l="l" t="t" r="r" b="b"/>
              <a:pathLst>
                <a:path w="356234" h="305434">
                  <a:moveTo>
                    <a:pt x="291960" y="0"/>
                  </a:moveTo>
                  <a:lnTo>
                    <a:pt x="63360" y="0"/>
                  </a:lnTo>
                  <a:lnTo>
                    <a:pt x="38576" y="4990"/>
                  </a:lnTo>
                  <a:lnTo>
                    <a:pt x="18449" y="18588"/>
                  </a:lnTo>
                  <a:lnTo>
                    <a:pt x="4938" y="38731"/>
                  </a:lnTo>
                  <a:lnTo>
                    <a:pt x="0" y="63360"/>
                  </a:lnTo>
                  <a:lnTo>
                    <a:pt x="0" y="241566"/>
                  </a:lnTo>
                  <a:lnTo>
                    <a:pt x="4938" y="266195"/>
                  </a:lnTo>
                  <a:lnTo>
                    <a:pt x="18449" y="286338"/>
                  </a:lnTo>
                  <a:lnTo>
                    <a:pt x="38576" y="299936"/>
                  </a:lnTo>
                  <a:lnTo>
                    <a:pt x="63360" y="304926"/>
                  </a:lnTo>
                  <a:lnTo>
                    <a:pt x="291960" y="304926"/>
                  </a:lnTo>
                  <a:lnTo>
                    <a:pt x="316649" y="299936"/>
                  </a:lnTo>
                  <a:lnTo>
                    <a:pt x="336915" y="286338"/>
                  </a:lnTo>
                  <a:lnTo>
                    <a:pt x="350631" y="266195"/>
                  </a:lnTo>
                  <a:lnTo>
                    <a:pt x="355676" y="241566"/>
                  </a:lnTo>
                  <a:lnTo>
                    <a:pt x="355676" y="63360"/>
                  </a:lnTo>
                  <a:lnTo>
                    <a:pt x="350631" y="38731"/>
                  </a:lnTo>
                  <a:lnTo>
                    <a:pt x="336915" y="18588"/>
                  </a:lnTo>
                  <a:lnTo>
                    <a:pt x="316649" y="4990"/>
                  </a:lnTo>
                  <a:lnTo>
                    <a:pt x="291960" y="0"/>
                  </a:lnTo>
                  <a:close/>
                </a:path>
              </a:pathLst>
            </a:custGeom>
            <a:solidFill>
              <a:srgbClr val="0FB8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6400698" y="1371498"/>
            <a:ext cx="13887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manual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vitals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recording</a:t>
            </a:r>
            <a:endParaRPr sz="900">
              <a:latin typeface="Arial MT"/>
              <a:cs typeface="Arial MT"/>
            </a:endParaRPr>
          </a:p>
          <a:p>
            <a:pPr marL="12700" marR="26670">
              <a:lnSpc>
                <a:spcPct val="166700"/>
              </a:lnSpc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9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paper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admission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forms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Discharge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auto-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logged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Real-time ward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overview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1303177" y="761657"/>
            <a:ext cx="1530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0FB880"/>
                </a:solidFill>
                <a:latin typeface="Arial MT"/>
                <a:cs typeface="Arial MT"/>
              </a:rPr>
              <a:t>03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1696662" y="723861"/>
            <a:ext cx="14312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B880"/>
                </a:solidFill>
                <a:latin typeface="Arial MT"/>
                <a:cs typeface="Arial MT"/>
              </a:rPr>
              <a:t>HOME</a:t>
            </a:r>
            <a:r>
              <a:rPr sz="1000" spc="-15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B880"/>
                </a:solidFill>
                <a:latin typeface="Arial MT"/>
                <a:cs typeface="Arial MT"/>
              </a:rPr>
              <a:t>CARE</a:t>
            </a:r>
            <a:r>
              <a:rPr sz="1000" spc="-15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1000" spc="50" dirty="0">
                <a:solidFill>
                  <a:srgbClr val="0FB880"/>
                </a:solidFill>
                <a:latin typeface="Arial MT"/>
                <a:cs typeface="Arial MT"/>
              </a:rPr>
              <a:t>&amp;</a:t>
            </a:r>
            <a:r>
              <a:rPr sz="1000" spc="-10" dirty="0">
                <a:solidFill>
                  <a:srgbClr val="0FB880"/>
                </a:solidFill>
                <a:latin typeface="Arial MT"/>
                <a:cs typeface="Arial MT"/>
              </a:rPr>
              <a:t> FAMILY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1201400" y="1295285"/>
            <a:ext cx="4521200" cy="0"/>
          </a:xfrm>
          <a:custGeom>
            <a:avLst/>
            <a:gdLst/>
            <a:ahLst/>
            <a:cxnLst/>
            <a:rect l="l" t="t" r="r" b="b"/>
            <a:pathLst>
              <a:path w="4521200">
                <a:moveTo>
                  <a:pt x="0" y="0"/>
                </a:moveTo>
                <a:lnTo>
                  <a:pt x="4520882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8" name="object 9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245684" y="1415884"/>
            <a:ext cx="63715" cy="63715"/>
          </a:xfrm>
          <a:prstGeom prst="rect">
            <a:avLst/>
          </a:prstGeom>
        </p:spPr>
      </p:pic>
      <p:sp>
        <p:nvSpPr>
          <p:cNvPr id="99" name="object 99"/>
          <p:cNvSpPr txBox="1"/>
          <p:nvPr/>
        </p:nvSpPr>
        <p:spPr>
          <a:xfrm>
            <a:off x="11214265" y="1003223"/>
            <a:ext cx="24955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Adult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child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monitors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parent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another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city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00" name="object 10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45684" y="1644484"/>
            <a:ext cx="63715" cy="63715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45684" y="1873084"/>
            <a:ext cx="63715" cy="63715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245684" y="2101684"/>
            <a:ext cx="63715" cy="63715"/>
          </a:xfrm>
          <a:prstGeom prst="rect">
            <a:avLst/>
          </a:prstGeom>
        </p:spPr>
      </p:pic>
      <p:sp>
        <p:nvSpPr>
          <p:cNvPr id="103" name="object 103"/>
          <p:cNvSpPr/>
          <p:nvPr/>
        </p:nvSpPr>
        <p:spPr>
          <a:xfrm>
            <a:off x="1015923" y="3429000"/>
            <a:ext cx="4826635" cy="2413635"/>
          </a:xfrm>
          <a:custGeom>
            <a:avLst/>
            <a:gdLst/>
            <a:ahLst/>
            <a:cxnLst/>
            <a:rect l="l" t="t" r="r" b="b"/>
            <a:pathLst>
              <a:path w="4826635" h="2413635">
                <a:moveTo>
                  <a:pt x="4699431" y="0"/>
                </a:moveTo>
                <a:lnTo>
                  <a:pt x="127076" y="0"/>
                </a:lnTo>
                <a:lnTo>
                  <a:pt x="77452" y="9927"/>
                </a:lnTo>
                <a:lnTo>
                  <a:pt x="37077" y="37033"/>
                </a:lnTo>
                <a:lnTo>
                  <a:pt x="9932" y="77302"/>
                </a:lnTo>
                <a:lnTo>
                  <a:pt x="0" y="126720"/>
                </a:lnTo>
                <a:lnTo>
                  <a:pt x="0" y="2286355"/>
                </a:lnTo>
                <a:lnTo>
                  <a:pt x="9932" y="2335773"/>
                </a:lnTo>
                <a:lnTo>
                  <a:pt x="37077" y="2376043"/>
                </a:lnTo>
                <a:lnTo>
                  <a:pt x="77452" y="2403148"/>
                </a:lnTo>
                <a:lnTo>
                  <a:pt x="127076" y="2413076"/>
                </a:lnTo>
                <a:lnTo>
                  <a:pt x="4699431" y="2413076"/>
                </a:lnTo>
                <a:lnTo>
                  <a:pt x="4748849" y="2403148"/>
                </a:lnTo>
                <a:lnTo>
                  <a:pt x="4789119" y="2376043"/>
                </a:lnTo>
                <a:lnTo>
                  <a:pt x="4816224" y="2335773"/>
                </a:lnTo>
                <a:lnTo>
                  <a:pt x="4826152" y="2286355"/>
                </a:lnTo>
                <a:lnTo>
                  <a:pt x="4826152" y="126720"/>
                </a:lnTo>
                <a:lnTo>
                  <a:pt x="4816224" y="77302"/>
                </a:lnTo>
                <a:lnTo>
                  <a:pt x="4789119" y="37033"/>
                </a:lnTo>
                <a:lnTo>
                  <a:pt x="4748849" y="9927"/>
                </a:lnTo>
                <a:lnTo>
                  <a:pt x="4699431" y="0"/>
                </a:lnTo>
                <a:close/>
              </a:path>
            </a:pathLst>
          </a:custGeom>
          <a:solidFill>
            <a:srgbClr val="151A2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4" name="object 104"/>
          <p:cNvGrpSpPr/>
          <p:nvPr/>
        </p:nvGrpSpPr>
        <p:grpSpPr>
          <a:xfrm>
            <a:off x="1008303" y="3421379"/>
            <a:ext cx="4841875" cy="2428875"/>
            <a:chOff x="1008303" y="3421379"/>
            <a:chExt cx="4841875" cy="2428875"/>
          </a:xfrm>
        </p:grpSpPr>
        <p:sp>
          <p:nvSpPr>
            <p:cNvPr id="105" name="object 105"/>
            <p:cNvSpPr/>
            <p:nvPr/>
          </p:nvSpPr>
          <p:spPr>
            <a:xfrm>
              <a:off x="1015923" y="3428999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5" h="2413635">
                  <a:moveTo>
                    <a:pt x="127076" y="2413076"/>
                  </a:moveTo>
                  <a:lnTo>
                    <a:pt x="4699431" y="2413076"/>
                  </a:lnTo>
                  <a:lnTo>
                    <a:pt x="4748849" y="2403148"/>
                  </a:lnTo>
                  <a:lnTo>
                    <a:pt x="4789119" y="2376043"/>
                  </a:lnTo>
                  <a:lnTo>
                    <a:pt x="4816224" y="2335773"/>
                  </a:lnTo>
                  <a:lnTo>
                    <a:pt x="4826152" y="2286355"/>
                  </a:lnTo>
                  <a:lnTo>
                    <a:pt x="4826152" y="126720"/>
                  </a:lnTo>
                  <a:lnTo>
                    <a:pt x="4816224" y="77302"/>
                  </a:lnTo>
                  <a:lnTo>
                    <a:pt x="4789119" y="37033"/>
                  </a:lnTo>
                  <a:lnTo>
                    <a:pt x="4748849" y="9927"/>
                  </a:lnTo>
                  <a:lnTo>
                    <a:pt x="4699431" y="0"/>
                  </a:lnTo>
                  <a:lnTo>
                    <a:pt x="127076" y="0"/>
                  </a:lnTo>
                  <a:lnTo>
                    <a:pt x="77452" y="9927"/>
                  </a:lnTo>
                  <a:lnTo>
                    <a:pt x="37077" y="37033"/>
                  </a:lnTo>
                  <a:lnTo>
                    <a:pt x="9932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32" y="2335773"/>
                  </a:lnTo>
                  <a:lnTo>
                    <a:pt x="37077" y="2376043"/>
                  </a:lnTo>
                  <a:lnTo>
                    <a:pt x="77452" y="2403148"/>
                  </a:lnTo>
                  <a:lnTo>
                    <a:pt x="127076" y="2413076"/>
                  </a:lnTo>
                  <a:close/>
                </a:path>
              </a:pathLst>
            </a:custGeom>
            <a:ln w="1511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168196" y="3568674"/>
              <a:ext cx="356235" cy="305435"/>
            </a:xfrm>
            <a:custGeom>
              <a:avLst/>
              <a:gdLst/>
              <a:ahLst/>
              <a:cxnLst/>
              <a:rect l="l" t="t" r="r" b="b"/>
              <a:pathLst>
                <a:path w="356234" h="305435">
                  <a:moveTo>
                    <a:pt x="292328" y="0"/>
                  </a:moveTo>
                  <a:lnTo>
                    <a:pt x="63360" y="0"/>
                  </a:lnTo>
                  <a:lnTo>
                    <a:pt x="38731" y="4938"/>
                  </a:lnTo>
                  <a:lnTo>
                    <a:pt x="18588" y="18449"/>
                  </a:lnTo>
                  <a:lnTo>
                    <a:pt x="4990" y="38576"/>
                  </a:lnTo>
                  <a:lnTo>
                    <a:pt x="0" y="63360"/>
                  </a:lnTo>
                  <a:lnTo>
                    <a:pt x="0" y="241566"/>
                  </a:lnTo>
                  <a:lnTo>
                    <a:pt x="4990" y="266200"/>
                  </a:lnTo>
                  <a:lnTo>
                    <a:pt x="18588" y="286343"/>
                  </a:lnTo>
                  <a:lnTo>
                    <a:pt x="38731" y="299938"/>
                  </a:lnTo>
                  <a:lnTo>
                    <a:pt x="63360" y="304926"/>
                  </a:lnTo>
                  <a:lnTo>
                    <a:pt x="292328" y="304926"/>
                  </a:lnTo>
                  <a:lnTo>
                    <a:pt x="317168" y="299938"/>
                  </a:lnTo>
                  <a:lnTo>
                    <a:pt x="337416" y="286343"/>
                  </a:lnTo>
                  <a:lnTo>
                    <a:pt x="351050" y="266200"/>
                  </a:lnTo>
                  <a:lnTo>
                    <a:pt x="356044" y="241566"/>
                  </a:lnTo>
                  <a:lnTo>
                    <a:pt x="356044" y="63360"/>
                  </a:lnTo>
                  <a:lnTo>
                    <a:pt x="351050" y="38576"/>
                  </a:lnTo>
                  <a:lnTo>
                    <a:pt x="337416" y="18449"/>
                  </a:lnTo>
                  <a:lnTo>
                    <a:pt x="317168" y="4938"/>
                  </a:lnTo>
                  <a:lnTo>
                    <a:pt x="292328" y="0"/>
                  </a:lnTo>
                  <a:close/>
                </a:path>
              </a:pathLst>
            </a:custGeom>
            <a:solidFill>
              <a:srgbClr val="7B39EC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11417300" y="1371498"/>
            <a:ext cx="16198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Fall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detection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auto-alerts</a:t>
            </a:r>
            <a:r>
              <a:rPr sz="900" spc="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family</a:t>
            </a:r>
            <a:endParaRPr sz="900">
              <a:latin typeface="Arial MT"/>
              <a:cs typeface="Arial MT"/>
            </a:endParaRPr>
          </a:p>
          <a:p>
            <a:pPr marL="12700" marR="113664">
              <a:lnSpc>
                <a:spcPct val="166700"/>
              </a:lnSpc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Family Dashboard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live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view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Medicine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compliance</a:t>
            </a:r>
            <a:r>
              <a:rPr sz="900" spc="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tracked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SOS</a:t>
            </a:r>
            <a:r>
              <a:rPr sz="9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direct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to nearest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8A939D"/>
                </a:solidFill>
                <a:latin typeface="Arial MT"/>
                <a:cs typeface="Arial MT"/>
              </a:rPr>
              <a:t>PHC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269974" y="3682707"/>
            <a:ext cx="1530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7B39EC"/>
                </a:solidFill>
                <a:latin typeface="Arial MT"/>
                <a:cs typeface="Arial MT"/>
              </a:rPr>
              <a:t>04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663814" y="3644900"/>
            <a:ext cx="9671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B39EC"/>
                </a:solidFill>
                <a:latin typeface="Arial MT"/>
                <a:cs typeface="Arial MT"/>
              </a:rPr>
              <a:t>TELEMEDICINE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1168196" y="4210024"/>
            <a:ext cx="4521835" cy="876935"/>
            <a:chOff x="1168196" y="4210024"/>
            <a:chExt cx="4521835" cy="876935"/>
          </a:xfrm>
        </p:grpSpPr>
        <p:sp>
          <p:nvSpPr>
            <p:cNvPr id="111" name="object 111"/>
            <p:cNvSpPr/>
            <p:nvPr/>
          </p:nvSpPr>
          <p:spPr>
            <a:xfrm>
              <a:off x="1168196" y="4216323"/>
              <a:ext cx="4521835" cy="0"/>
            </a:xfrm>
            <a:custGeom>
              <a:avLst/>
              <a:gdLst/>
              <a:ahLst/>
              <a:cxnLst/>
              <a:rect l="l" t="t" r="r" b="b"/>
              <a:pathLst>
                <a:path w="4521835">
                  <a:moveTo>
                    <a:pt x="0" y="0"/>
                  </a:moveTo>
                  <a:lnTo>
                    <a:pt x="4521238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2837" y="4336923"/>
              <a:ext cx="63728" cy="63715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2837" y="4565523"/>
              <a:ext cx="63728" cy="6371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12837" y="4794123"/>
              <a:ext cx="63728" cy="63715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2837" y="5022723"/>
              <a:ext cx="63728" cy="63715"/>
            </a:xfrm>
            <a:prstGeom prst="rect">
              <a:avLst/>
            </a:prstGeom>
          </p:spPr>
        </p:pic>
      </p:grpSp>
      <p:sp>
        <p:nvSpPr>
          <p:cNvPr id="116" name="object 116"/>
          <p:cNvSpPr txBox="1"/>
          <p:nvPr/>
        </p:nvSpPr>
        <p:spPr>
          <a:xfrm>
            <a:off x="1181061" y="3924261"/>
            <a:ext cx="21964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Doctor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sees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live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vitals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during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video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call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6024536" y="3421379"/>
            <a:ext cx="4841875" cy="2428875"/>
            <a:chOff x="6024536" y="3421379"/>
            <a:chExt cx="4841875" cy="2428875"/>
          </a:xfrm>
        </p:grpSpPr>
        <p:sp>
          <p:nvSpPr>
            <p:cNvPr id="118" name="object 118"/>
            <p:cNvSpPr/>
            <p:nvPr/>
          </p:nvSpPr>
          <p:spPr>
            <a:xfrm>
              <a:off x="6032156" y="3428999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4" h="2413635">
                  <a:moveTo>
                    <a:pt x="4699444" y="0"/>
                  </a:moveTo>
                  <a:lnTo>
                    <a:pt x="127088" y="0"/>
                  </a:lnTo>
                  <a:lnTo>
                    <a:pt x="77613" y="9927"/>
                  </a:lnTo>
                  <a:lnTo>
                    <a:pt x="37217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84" y="2335773"/>
                  </a:lnTo>
                  <a:lnTo>
                    <a:pt x="37217" y="2376043"/>
                  </a:lnTo>
                  <a:lnTo>
                    <a:pt x="77613" y="2403148"/>
                  </a:lnTo>
                  <a:lnTo>
                    <a:pt x="127088" y="2413076"/>
                  </a:lnTo>
                  <a:lnTo>
                    <a:pt x="4699444" y="2413076"/>
                  </a:lnTo>
                  <a:lnTo>
                    <a:pt x="4748912" y="2403148"/>
                  </a:lnTo>
                  <a:lnTo>
                    <a:pt x="4789304" y="2376043"/>
                  </a:lnTo>
                  <a:lnTo>
                    <a:pt x="4816535" y="2335773"/>
                  </a:lnTo>
                  <a:lnTo>
                    <a:pt x="4826520" y="2286355"/>
                  </a:lnTo>
                  <a:lnTo>
                    <a:pt x="4826520" y="126720"/>
                  </a:lnTo>
                  <a:lnTo>
                    <a:pt x="4816535" y="77302"/>
                  </a:lnTo>
                  <a:lnTo>
                    <a:pt x="4789304" y="37033"/>
                  </a:lnTo>
                  <a:lnTo>
                    <a:pt x="4748912" y="9927"/>
                  </a:lnTo>
                  <a:lnTo>
                    <a:pt x="4699444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032156" y="3428999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4" h="2413635">
                  <a:moveTo>
                    <a:pt x="127088" y="2413076"/>
                  </a:moveTo>
                  <a:lnTo>
                    <a:pt x="4699444" y="2413076"/>
                  </a:lnTo>
                  <a:lnTo>
                    <a:pt x="4748912" y="2403148"/>
                  </a:lnTo>
                  <a:lnTo>
                    <a:pt x="4789304" y="2376043"/>
                  </a:lnTo>
                  <a:lnTo>
                    <a:pt x="4816535" y="2335773"/>
                  </a:lnTo>
                  <a:lnTo>
                    <a:pt x="4826520" y="2286355"/>
                  </a:lnTo>
                  <a:lnTo>
                    <a:pt x="4826520" y="126720"/>
                  </a:lnTo>
                  <a:lnTo>
                    <a:pt x="4816535" y="77302"/>
                  </a:lnTo>
                  <a:lnTo>
                    <a:pt x="4789304" y="37033"/>
                  </a:lnTo>
                  <a:lnTo>
                    <a:pt x="4748912" y="9927"/>
                  </a:lnTo>
                  <a:lnTo>
                    <a:pt x="4699444" y="0"/>
                  </a:lnTo>
                  <a:lnTo>
                    <a:pt x="127088" y="0"/>
                  </a:lnTo>
                  <a:lnTo>
                    <a:pt x="77613" y="9927"/>
                  </a:lnTo>
                  <a:lnTo>
                    <a:pt x="37217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84" y="2335773"/>
                  </a:lnTo>
                  <a:lnTo>
                    <a:pt x="37217" y="2376043"/>
                  </a:lnTo>
                  <a:lnTo>
                    <a:pt x="77613" y="2403148"/>
                  </a:lnTo>
                  <a:lnTo>
                    <a:pt x="127088" y="2413076"/>
                  </a:lnTo>
                  <a:close/>
                </a:path>
              </a:pathLst>
            </a:custGeom>
            <a:ln w="1511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184798" y="3568674"/>
              <a:ext cx="356235" cy="305435"/>
            </a:xfrm>
            <a:custGeom>
              <a:avLst/>
              <a:gdLst/>
              <a:ahLst/>
              <a:cxnLst/>
              <a:rect l="l" t="t" r="r" b="b"/>
              <a:pathLst>
                <a:path w="356234" h="305435">
                  <a:moveTo>
                    <a:pt x="292315" y="0"/>
                  </a:moveTo>
                  <a:lnTo>
                    <a:pt x="63715" y="0"/>
                  </a:lnTo>
                  <a:lnTo>
                    <a:pt x="38876" y="4938"/>
                  </a:lnTo>
                  <a:lnTo>
                    <a:pt x="18627" y="18449"/>
                  </a:lnTo>
                  <a:lnTo>
                    <a:pt x="4994" y="38576"/>
                  </a:lnTo>
                  <a:lnTo>
                    <a:pt x="0" y="63360"/>
                  </a:lnTo>
                  <a:lnTo>
                    <a:pt x="0" y="241566"/>
                  </a:lnTo>
                  <a:lnTo>
                    <a:pt x="4994" y="266200"/>
                  </a:lnTo>
                  <a:lnTo>
                    <a:pt x="18627" y="286343"/>
                  </a:lnTo>
                  <a:lnTo>
                    <a:pt x="38876" y="299938"/>
                  </a:lnTo>
                  <a:lnTo>
                    <a:pt x="63715" y="304926"/>
                  </a:lnTo>
                  <a:lnTo>
                    <a:pt x="292315" y="304926"/>
                  </a:lnTo>
                  <a:lnTo>
                    <a:pt x="317157" y="299938"/>
                  </a:lnTo>
                  <a:lnTo>
                    <a:pt x="337410" y="286343"/>
                  </a:lnTo>
                  <a:lnTo>
                    <a:pt x="351048" y="266200"/>
                  </a:lnTo>
                  <a:lnTo>
                    <a:pt x="356044" y="241566"/>
                  </a:lnTo>
                  <a:lnTo>
                    <a:pt x="356044" y="63360"/>
                  </a:lnTo>
                  <a:lnTo>
                    <a:pt x="351048" y="38576"/>
                  </a:lnTo>
                  <a:lnTo>
                    <a:pt x="337410" y="18449"/>
                  </a:lnTo>
                  <a:lnTo>
                    <a:pt x="317157" y="4938"/>
                  </a:lnTo>
                  <a:lnTo>
                    <a:pt x="292315" y="0"/>
                  </a:lnTo>
                  <a:close/>
                </a:path>
              </a:pathLst>
            </a:custGeom>
            <a:solidFill>
              <a:srgbClr val="EE4343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1384465" y="4292536"/>
            <a:ext cx="19450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Real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data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not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self-reported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symptoms</a:t>
            </a:r>
            <a:endParaRPr sz="900">
              <a:latin typeface="Arial MT"/>
              <a:cs typeface="Arial MT"/>
            </a:endParaRPr>
          </a:p>
          <a:p>
            <a:pPr marL="12700" marR="114300">
              <a:lnSpc>
                <a:spcPct val="166700"/>
              </a:lnSpc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Prescription</a:t>
            </a:r>
            <a:r>
              <a:rPr sz="900" spc="-6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8A939D"/>
                </a:solidFill>
                <a:latin typeface="Times New Roman"/>
                <a:cs typeface="Times New Roman"/>
              </a:rPr>
              <a:t>→</a:t>
            </a:r>
            <a:r>
              <a:rPr sz="900" spc="150" dirty="0">
                <a:solidFill>
                  <a:srgbClr val="8A939D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dispenser</a:t>
            </a:r>
            <a:r>
              <a:rPr sz="9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automatic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Follow-up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compliance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tracked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Specialist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remote</a:t>
            </a:r>
            <a:r>
              <a:rPr sz="900" spc="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monitoring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6286576" y="3682707"/>
            <a:ext cx="1530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EE4343"/>
                </a:solidFill>
                <a:latin typeface="Arial MT"/>
                <a:cs typeface="Arial MT"/>
              </a:rPr>
              <a:t>05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680060" y="3644900"/>
            <a:ext cx="15132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EE4343"/>
                </a:solidFill>
                <a:latin typeface="Arial MT"/>
                <a:cs typeface="Arial MT"/>
              </a:rPr>
              <a:t>EMERGENCY SERVICES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6184798" y="4210024"/>
            <a:ext cx="4521835" cy="419734"/>
            <a:chOff x="6184798" y="4210024"/>
            <a:chExt cx="4521835" cy="419734"/>
          </a:xfrm>
        </p:grpSpPr>
        <p:sp>
          <p:nvSpPr>
            <p:cNvPr id="125" name="object 125"/>
            <p:cNvSpPr/>
            <p:nvPr/>
          </p:nvSpPr>
          <p:spPr>
            <a:xfrm>
              <a:off x="6184798" y="4216323"/>
              <a:ext cx="4521835" cy="0"/>
            </a:xfrm>
            <a:custGeom>
              <a:avLst/>
              <a:gdLst/>
              <a:ahLst/>
              <a:cxnLst/>
              <a:rect l="l" t="t" r="r" b="b"/>
              <a:pathLst>
                <a:path w="4521834">
                  <a:moveTo>
                    <a:pt x="0" y="0"/>
                  </a:moveTo>
                  <a:lnTo>
                    <a:pt x="4521238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29083" y="4336923"/>
              <a:ext cx="64071" cy="6371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29083" y="4565523"/>
              <a:ext cx="64071" cy="63715"/>
            </a:xfrm>
            <a:prstGeom prst="rect">
              <a:avLst/>
            </a:prstGeom>
          </p:spPr>
        </p:pic>
      </p:grpSp>
      <p:sp>
        <p:nvSpPr>
          <p:cNvPr id="128" name="object 128"/>
          <p:cNvSpPr txBox="1"/>
          <p:nvPr/>
        </p:nvSpPr>
        <p:spPr>
          <a:xfrm>
            <a:off x="6197663" y="3924261"/>
            <a:ext cx="24917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Paramedic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arrives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knowing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HR,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SpO2,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GPS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29" name="object 1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229083" y="4794122"/>
            <a:ext cx="64071" cy="63715"/>
          </a:xfrm>
          <a:prstGeom prst="rect">
            <a:avLst/>
          </a:prstGeom>
        </p:spPr>
      </p:pic>
      <p:pic>
        <p:nvPicPr>
          <p:cNvPr id="130" name="object 1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229083" y="5022722"/>
            <a:ext cx="64071" cy="63715"/>
          </a:xfrm>
          <a:prstGeom prst="rect">
            <a:avLst/>
          </a:prstGeom>
        </p:spPr>
      </p:pic>
      <p:grpSp>
        <p:nvGrpSpPr>
          <p:cNvPr id="131" name="object 131"/>
          <p:cNvGrpSpPr/>
          <p:nvPr/>
        </p:nvGrpSpPr>
        <p:grpSpPr>
          <a:xfrm>
            <a:off x="11041138" y="3421379"/>
            <a:ext cx="4841875" cy="2428875"/>
            <a:chOff x="11041138" y="3421379"/>
            <a:chExt cx="4841875" cy="2428875"/>
          </a:xfrm>
        </p:grpSpPr>
        <p:sp>
          <p:nvSpPr>
            <p:cNvPr id="132" name="object 132"/>
            <p:cNvSpPr/>
            <p:nvPr/>
          </p:nvSpPr>
          <p:spPr>
            <a:xfrm>
              <a:off x="11048758" y="3428999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4" h="2413635">
                  <a:moveTo>
                    <a:pt x="4699444" y="0"/>
                  </a:moveTo>
                  <a:lnTo>
                    <a:pt x="127076" y="0"/>
                  </a:lnTo>
                  <a:lnTo>
                    <a:pt x="77607" y="9927"/>
                  </a:lnTo>
                  <a:lnTo>
                    <a:pt x="37215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84" y="2335773"/>
                  </a:lnTo>
                  <a:lnTo>
                    <a:pt x="37215" y="2376043"/>
                  </a:lnTo>
                  <a:lnTo>
                    <a:pt x="77607" y="2403148"/>
                  </a:lnTo>
                  <a:lnTo>
                    <a:pt x="127076" y="2413076"/>
                  </a:lnTo>
                  <a:lnTo>
                    <a:pt x="4699444" y="2413076"/>
                  </a:lnTo>
                  <a:lnTo>
                    <a:pt x="4748912" y="2403148"/>
                  </a:lnTo>
                  <a:lnTo>
                    <a:pt x="4789304" y="2376043"/>
                  </a:lnTo>
                  <a:lnTo>
                    <a:pt x="4816535" y="2335773"/>
                  </a:lnTo>
                  <a:lnTo>
                    <a:pt x="4826520" y="2286355"/>
                  </a:lnTo>
                  <a:lnTo>
                    <a:pt x="4826520" y="126720"/>
                  </a:lnTo>
                  <a:lnTo>
                    <a:pt x="4816535" y="77302"/>
                  </a:lnTo>
                  <a:lnTo>
                    <a:pt x="4789304" y="37033"/>
                  </a:lnTo>
                  <a:lnTo>
                    <a:pt x="4748912" y="9927"/>
                  </a:lnTo>
                  <a:lnTo>
                    <a:pt x="4699444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1048758" y="3428999"/>
              <a:ext cx="4826635" cy="2413635"/>
            </a:xfrm>
            <a:custGeom>
              <a:avLst/>
              <a:gdLst/>
              <a:ahLst/>
              <a:cxnLst/>
              <a:rect l="l" t="t" r="r" b="b"/>
              <a:pathLst>
                <a:path w="4826634" h="2413635">
                  <a:moveTo>
                    <a:pt x="127076" y="2413076"/>
                  </a:moveTo>
                  <a:lnTo>
                    <a:pt x="4699444" y="2413076"/>
                  </a:lnTo>
                  <a:lnTo>
                    <a:pt x="4748912" y="2403148"/>
                  </a:lnTo>
                  <a:lnTo>
                    <a:pt x="4789304" y="2376043"/>
                  </a:lnTo>
                  <a:lnTo>
                    <a:pt x="4816535" y="2335773"/>
                  </a:lnTo>
                  <a:lnTo>
                    <a:pt x="4826520" y="2286355"/>
                  </a:lnTo>
                  <a:lnTo>
                    <a:pt x="4826520" y="126720"/>
                  </a:lnTo>
                  <a:lnTo>
                    <a:pt x="4816535" y="77302"/>
                  </a:lnTo>
                  <a:lnTo>
                    <a:pt x="4789304" y="37033"/>
                  </a:lnTo>
                  <a:lnTo>
                    <a:pt x="4748912" y="9927"/>
                  </a:lnTo>
                  <a:lnTo>
                    <a:pt x="4699444" y="0"/>
                  </a:lnTo>
                  <a:lnTo>
                    <a:pt x="127076" y="0"/>
                  </a:lnTo>
                  <a:lnTo>
                    <a:pt x="77607" y="9927"/>
                  </a:lnTo>
                  <a:lnTo>
                    <a:pt x="37215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286355"/>
                  </a:lnTo>
                  <a:lnTo>
                    <a:pt x="9984" y="2335773"/>
                  </a:lnTo>
                  <a:lnTo>
                    <a:pt x="37215" y="2376043"/>
                  </a:lnTo>
                  <a:lnTo>
                    <a:pt x="77607" y="2403148"/>
                  </a:lnTo>
                  <a:lnTo>
                    <a:pt x="127076" y="2413076"/>
                  </a:lnTo>
                  <a:close/>
                </a:path>
              </a:pathLst>
            </a:custGeom>
            <a:ln w="1511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1201399" y="3568674"/>
              <a:ext cx="356235" cy="305435"/>
            </a:xfrm>
            <a:custGeom>
              <a:avLst/>
              <a:gdLst/>
              <a:ahLst/>
              <a:cxnLst/>
              <a:rect l="l" t="t" r="r" b="b"/>
              <a:pathLst>
                <a:path w="356234" h="305435">
                  <a:moveTo>
                    <a:pt x="291960" y="0"/>
                  </a:moveTo>
                  <a:lnTo>
                    <a:pt x="63360" y="0"/>
                  </a:lnTo>
                  <a:lnTo>
                    <a:pt x="38576" y="4938"/>
                  </a:lnTo>
                  <a:lnTo>
                    <a:pt x="18449" y="18449"/>
                  </a:lnTo>
                  <a:lnTo>
                    <a:pt x="4938" y="38576"/>
                  </a:lnTo>
                  <a:lnTo>
                    <a:pt x="0" y="63360"/>
                  </a:lnTo>
                  <a:lnTo>
                    <a:pt x="0" y="241566"/>
                  </a:lnTo>
                  <a:lnTo>
                    <a:pt x="4938" y="266200"/>
                  </a:lnTo>
                  <a:lnTo>
                    <a:pt x="18449" y="286343"/>
                  </a:lnTo>
                  <a:lnTo>
                    <a:pt x="38576" y="299938"/>
                  </a:lnTo>
                  <a:lnTo>
                    <a:pt x="63360" y="304926"/>
                  </a:lnTo>
                  <a:lnTo>
                    <a:pt x="291960" y="304926"/>
                  </a:lnTo>
                  <a:lnTo>
                    <a:pt x="316649" y="299938"/>
                  </a:lnTo>
                  <a:lnTo>
                    <a:pt x="336915" y="286343"/>
                  </a:lnTo>
                  <a:lnTo>
                    <a:pt x="350631" y="266200"/>
                  </a:lnTo>
                  <a:lnTo>
                    <a:pt x="355676" y="241566"/>
                  </a:lnTo>
                  <a:lnTo>
                    <a:pt x="355676" y="63360"/>
                  </a:lnTo>
                  <a:lnTo>
                    <a:pt x="350631" y="38576"/>
                  </a:lnTo>
                  <a:lnTo>
                    <a:pt x="336915" y="18449"/>
                  </a:lnTo>
                  <a:lnTo>
                    <a:pt x="316649" y="4938"/>
                  </a:lnTo>
                  <a:lnTo>
                    <a:pt x="291960" y="0"/>
                  </a:lnTo>
                  <a:close/>
                </a:path>
              </a:pathLst>
            </a:custGeom>
            <a:solidFill>
              <a:srgbClr val="F49D0A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6400698" y="4292536"/>
            <a:ext cx="15494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District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geo-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orchestration</a:t>
            </a:r>
            <a:endParaRPr sz="900">
              <a:latin typeface="Arial MT"/>
              <a:cs typeface="Arial MT"/>
            </a:endParaRPr>
          </a:p>
          <a:p>
            <a:pPr marL="12700" marR="285750">
              <a:lnSpc>
                <a:spcPct val="166700"/>
              </a:lnSpc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Live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ambulance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tracking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1-tap GPS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navigation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QR patient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handoff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at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hospital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1303177" y="3682707"/>
            <a:ext cx="1530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49D0A"/>
                </a:solidFill>
                <a:latin typeface="Arial MT"/>
                <a:cs typeface="Arial MT"/>
              </a:rPr>
              <a:t>06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1696662" y="3644900"/>
            <a:ext cx="1749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49D0A"/>
                </a:solidFill>
                <a:latin typeface="Arial MT"/>
                <a:cs typeface="Arial MT"/>
              </a:rPr>
              <a:t>CORPORATE</a:t>
            </a:r>
            <a:r>
              <a:rPr sz="1000" spc="-20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1000" spc="50" dirty="0">
                <a:solidFill>
                  <a:srgbClr val="F49D0A"/>
                </a:solidFill>
                <a:latin typeface="Arial MT"/>
                <a:cs typeface="Arial MT"/>
              </a:rPr>
              <a:t>&amp;</a:t>
            </a:r>
            <a:r>
              <a:rPr sz="1000" spc="-10" dirty="0">
                <a:solidFill>
                  <a:srgbClr val="F49D0A"/>
                </a:solidFill>
                <a:latin typeface="Arial MT"/>
                <a:cs typeface="Arial MT"/>
              </a:rPr>
              <a:t> INSURANCE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11201400" y="4210024"/>
            <a:ext cx="4521200" cy="191135"/>
            <a:chOff x="11201400" y="4210024"/>
            <a:chExt cx="4521200" cy="191135"/>
          </a:xfrm>
        </p:grpSpPr>
        <p:sp>
          <p:nvSpPr>
            <p:cNvPr id="139" name="object 139"/>
            <p:cNvSpPr/>
            <p:nvPr/>
          </p:nvSpPr>
          <p:spPr>
            <a:xfrm>
              <a:off x="11201400" y="4216323"/>
              <a:ext cx="4521200" cy="0"/>
            </a:xfrm>
            <a:custGeom>
              <a:avLst/>
              <a:gdLst/>
              <a:ahLst/>
              <a:cxnLst/>
              <a:rect l="l" t="t" r="r" b="b"/>
              <a:pathLst>
                <a:path w="4521200">
                  <a:moveTo>
                    <a:pt x="0" y="0"/>
                  </a:moveTo>
                  <a:lnTo>
                    <a:pt x="4520882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245684" y="4336923"/>
              <a:ext cx="63715" cy="63715"/>
            </a:xfrm>
            <a:prstGeom prst="rect">
              <a:avLst/>
            </a:prstGeom>
          </p:spPr>
        </p:pic>
      </p:grpSp>
      <p:sp>
        <p:nvSpPr>
          <p:cNvPr id="141" name="object 141"/>
          <p:cNvSpPr txBox="1"/>
          <p:nvPr/>
        </p:nvSpPr>
        <p:spPr>
          <a:xfrm>
            <a:off x="11214265" y="3924261"/>
            <a:ext cx="25177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Employee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health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programs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verified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42" name="object 14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245684" y="4565522"/>
            <a:ext cx="63715" cy="63715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245684" y="4794122"/>
            <a:ext cx="63715" cy="63715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245684" y="5022722"/>
            <a:ext cx="63715" cy="63715"/>
          </a:xfrm>
          <a:prstGeom prst="rect">
            <a:avLst/>
          </a:prstGeom>
        </p:spPr>
      </p:pic>
      <p:sp>
        <p:nvSpPr>
          <p:cNvPr id="145" name="object 145"/>
          <p:cNvSpPr txBox="1"/>
          <p:nvPr/>
        </p:nvSpPr>
        <p:spPr>
          <a:xfrm>
            <a:off x="11417300" y="4292536"/>
            <a:ext cx="22104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Continuous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monitoring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not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annual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checkup</a:t>
            </a:r>
            <a:endParaRPr sz="900">
              <a:latin typeface="Arial MT"/>
              <a:cs typeface="Arial MT"/>
            </a:endParaRPr>
          </a:p>
          <a:p>
            <a:pPr marL="12700" marR="426084">
              <a:lnSpc>
                <a:spcPct val="166700"/>
              </a:lnSpc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Insurance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risk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scoring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on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real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data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Preventive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intervention</a:t>
            </a:r>
            <a:r>
              <a:rPr sz="900" spc="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alerts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Compliance as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verified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proof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557" y="0"/>
            <a:ext cx="16167100" cy="9144000"/>
          </a:xfrm>
          <a:custGeom>
            <a:avLst/>
            <a:gdLst/>
            <a:ahLst/>
            <a:cxnLst/>
            <a:rect l="l" t="t" r="r" b="b"/>
            <a:pathLst>
              <a:path w="16167100" h="9144000">
                <a:moveTo>
                  <a:pt x="0" y="12"/>
                </a:moveTo>
                <a:lnTo>
                  <a:pt x="0" y="9143644"/>
                </a:lnTo>
                <a:lnTo>
                  <a:pt x="16166871" y="9143644"/>
                </a:lnTo>
                <a:lnTo>
                  <a:pt x="16166871" y="0"/>
                </a:lnTo>
                <a:lnTo>
                  <a:pt x="0" y="12"/>
                </a:lnTo>
                <a:close/>
              </a:path>
            </a:pathLst>
          </a:custGeom>
          <a:solidFill>
            <a:srgbClr val="0C101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6022085"/>
            <a:ext cx="76835" cy="3122295"/>
            <a:chOff x="0" y="6022085"/>
            <a:chExt cx="76835" cy="3122295"/>
          </a:xfrm>
        </p:grpSpPr>
        <p:sp>
          <p:nvSpPr>
            <p:cNvPr id="4" name="object 4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765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93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63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399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44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2166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144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F47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850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C4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A4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485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75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73022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653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25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9364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05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D5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570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B5E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387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861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204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664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36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0" y="4924805"/>
            <a:ext cx="76835" cy="1110615"/>
            <a:chOff x="0" y="4924805"/>
            <a:chExt cx="76835" cy="1110615"/>
          </a:xfrm>
        </p:grpSpPr>
        <p:sp>
          <p:nvSpPr>
            <p:cNvPr id="22" name="object 22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16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E6C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5473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C6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5290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9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775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47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0" y="3644646"/>
            <a:ext cx="76835" cy="1293495"/>
            <a:chOff x="0" y="3644646"/>
            <a:chExt cx="76835" cy="1293495"/>
          </a:xfrm>
        </p:grpSpPr>
        <p:sp>
          <p:nvSpPr>
            <p:cNvPr id="29" name="object 29"/>
            <p:cNvSpPr/>
            <p:nvPr/>
          </p:nvSpPr>
          <p:spPr>
            <a:xfrm>
              <a:off x="0" y="4741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27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F7E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D80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4193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B83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40104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88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3827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68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38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0" y="2547366"/>
            <a:ext cx="76835" cy="1110615"/>
            <a:chOff x="0" y="2547366"/>
            <a:chExt cx="76835" cy="1110615"/>
          </a:xfrm>
        </p:grpSpPr>
        <p:sp>
          <p:nvSpPr>
            <p:cNvPr id="37" name="object 37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18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3278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E9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C9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2913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997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79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0" y="25473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49D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0" y="1267205"/>
            <a:ext cx="76835" cy="1293495"/>
            <a:chOff x="0" y="1267205"/>
            <a:chExt cx="76835" cy="1293495"/>
          </a:xfrm>
        </p:grpSpPr>
        <p:sp>
          <p:nvSpPr>
            <p:cNvPr id="44" name="object 44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2A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2181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F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DA6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1815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AA9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8AB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450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5A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3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0" y="169926"/>
            <a:ext cx="76835" cy="1110615"/>
            <a:chOff x="0" y="169926"/>
            <a:chExt cx="76835" cy="1110615"/>
          </a:xfrm>
        </p:grpSpPr>
        <p:sp>
          <p:nvSpPr>
            <p:cNvPr id="52" name="object 52"/>
            <p:cNvSpPr/>
            <p:nvPr/>
          </p:nvSpPr>
          <p:spPr>
            <a:xfrm>
              <a:off x="0" y="10843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0B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EB7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718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BBA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535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9BD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6BF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0" y="169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4C2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/>
          <p:nvPr/>
        </p:nvSpPr>
        <p:spPr>
          <a:xfrm>
            <a:off x="0" y="12"/>
            <a:ext cx="76835" cy="183515"/>
          </a:xfrm>
          <a:custGeom>
            <a:avLst/>
            <a:gdLst/>
            <a:ahLst/>
            <a:cxnLst/>
            <a:rect l="l" t="t" r="r" b="b"/>
            <a:pathLst>
              <a:path w="76835" h="183515">
                <a:moveTo>
                  <a:pt x="0" y="183222"/>
                </a:moveTo>
                <a:lnTo>
                  <a:pt x="76314" y="183222"/>
                </a:lnTo>
                <a:lnTo>
                  <a:pt x="76314" y="0"/>
                </a:lnTo>
                <a:lnTo>
                  <a:pt x="0" y="0"/>
                </a:lnTo>
                <a:lnTo>
                  <a:pt x="0" y="183222"/>
                </a:lnTo>
                <a:close/>
              </a:path>
            </a:pathLst>
          </a:custGeom>
          <a:solidFill>
            <a:srgbClr val="01C5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015923" y="393484"/>
            <a:ext cx="1251585" cy="305435"/>
          </a:xfrm>
          <a:custGeom>
            <a:avLst/>
            <a:gdLst/>
            <a:ahLst/>
            <a:cxnLst/>
            <a:rect l="l" t="t" r="r" b="b"/>
            <a:pathLst>
              <a:path w="1251585" h="305434">
                <a:moveTo>
                  <a:pt x="1174673" y="0"/>
                </a:moveTo>
                <a:lnTo>
                  <a:pt x="75958" y="0"/>
                </a:lnTo>
                <a:lnTo>
                  <a:pt x="46318" y="6007"/>
                </a:lnTo>
                <a:lnTo>
                  <a:pt x="22182" y="22409"/>
                </a:lnTo>
                <a:lnTo>
                  <a:pt x="5944" y="46773"/>
                </a:lnTo>
                <a:lnTo>
                  <a:pt x="0" y="76669"/>
                </a:lnTo>
                <a:lnTo>
                  <a:pt x="0" y="228955"/>
                </a:lnTo>
                <a:lnTo>
                  <a:pt x="5944" y="258651"/>
                </a:lnTo>
                <a:lnTo>
                  <a:pt x="22182" y="282909"/>
                </a:lnTo>
                <a:lnTo>
                  <a:pt x="46318" y="299269"/>
                </a:lnTo>
                <a:lnTo>
                  <a:pt x="75958" y="305269"/>
                </a:lnTo>
                <a:lnTo>
                  <a:pt x="1174673" y="305269"/>
                </a:lnTo>
                <a:lnTo>
                  <a:pt x="1204371" y="299269"/>
                </a:lnTo>
                <a:lnTo>
                  <a:pt x="1228634" y="282909"/>
                </a:lnTo>
                <a:lnTo>
                  <a:pt x="1244998" y="258651"/>
                </a:lnTo>
                <a:lnTo>
                  <a:pt x="1251000" y="228955"/>
                </a:lnTo>
                <a:lnTo>
                  <a:pt x="1251000" y="76669"/>
                </a:lnTo>
                <a:lnTo>
                  <a:pt x="1244998" y="46773"/>
                </a:lnTo>
                <a:lnTo>
                  <a:pt x="1228634" y="22409"/>
                </a:lnTo>
                <a:lnTo>
                  <a:pt x="1204371" y="6007"/>
                </a:lnTo>
                <a:lnTo>
                  <a:pt x="1174673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117701" y="471144"/>
            <a:ext cx="10483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sz="9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HARDWARE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xfrm>
            <a:off x="1003223" y="699731"/>
            <a:ext cx="694499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40"/>
              </a:lnSpc>
              <a:spcBef>
                <a:spcPts val="100"/>
              </a:spcBef>
            </a:pPr>
            <a:r>
              <a:rPr spc="80" dirty="0"/>
              <a:t>Three</a:t>
            </a:r>
            <a:r>
              <a:rPr spc="10" dirty="0"/>
              <a:t> </a:t>
            </a:r>
            <a:r>
              <a:rPr spc="100" dirty="0"/>
              <a:t>Devices.</a:t>
            </a:r>
          </a:p>
          <a:p>
            <a:pPr marL="12700">
              <a:lnSpc>
                <a:spcPts val="5040"/>
              </a:lnSpc>
            </a:pPr>
            <a:r>
              <a:rPr spc="190" dirty="0">
                <a:solidFill>
                  <a:srgbClr val="7B39EC"/>
                </a:solidFill>
              </a:rPr>
              <a:t>Fully</a:t>
            </a:r>
            <a:r>
              <a:rPr dirty="0">
                <a:solidFill>
                  <a:srgbClr val="7B39EC"/>
                </a:solidFill>
              </a:rPr>
              <a:t> </a:t>
            </a:r>
            <a:r>
              <a:rPr spc="170" dirty="0">
                <a:solidFill>
                  <a:srgbClr val="7B39EC"/>
                </a:solidFill>
              </a:rPr>
              <a:t>Working.</a:t>
            </a:r>
            <a:r>
              <a:rPr dirty="0">
                <a:solidFill>
                  <a:srgbClr val="7B39EC"/>
                </a:solidFill>
              </a:rPr>
              <a:t> </a:t>
            </a:r>
            <a:r>
              <a:rPr spc="180" dirty="0">
                <a:solidFill>
                  <a:srgbClr val="7B39EC"/>
                </a:solidFill>
              </a:rPr>
              <a:t>Right</a:t>
            </a:r>
            <a:r>
              <a:rPr dirty="0">
                <a:solidFill>
                  <a:srgbClr val="7B39EC"/>
                </a:solidFill>
              </a:rPr>
              <a:t> </a:t>
            </a:r>
            <a:r>
              <a:rPr spc="85" dirty="0">
                <a:solidFill>
                  <a:srgbClr val="7B39EC"/>
                </a:solidFill>
              </a:rPr>
              <a:t>Now.</a:t>
            </a:r>
          </a:p>
        </p:txBody>
      </p:sp>
      <p:grpSp>
        <p:nvGrpSpPr>
          <p:cNvPr id="62" name="object 62"/>
          <p:cNvGrpSpPr/>
          <p:nvPr/>
        </p:nvGrpSpPr>
        <p:grpSpPr>
          <a:xfrm>
            <a:off x="992517" y="2057044"/>
            <a:ext cx="4605655" cy="5191760"/>
            <a:chOff x="992517" y="2057044"/>
            <a:chExt cx="4605655" cy="5191760"/>
          </a:xfrm>
        </p:grpSpPr>
        <p:sp>
          <p:nvSpPr>
            <p:cNvPr id="63" name="object 63"/>
            <p:cNvSpPr/>
            <p:nvPr/>
          </p:nvSpPr>
          <p:spPr>
            <a:xfrm>
              <a:off x="1015923" y="2514600"/>
              <a:ext cx="4572635" cy="4725035"/>
            </a:xfrm>
            <a:custGeom>
              <a:avLst/>
              <a:gdLst/>
              <a:ahLst/>
              <a:cxnLst/>
              <a:rect l="l" t="t" r="r" b="b"/>
              <a:pathLst>
                <a:path w="4572635" h="4725034">
                  <a:moveTo>
                    <a:pt x="4445279" y="0"/>
                  </a:moveTo>
                  <a:lnTo>
                    <a:pt x="127076" y="0"/>
                  </a:lnTo>
                  <a:lnTo>
                    <a:pt x="77452" y="9927"/>
                  </a:lnTo>
                  <a:lnTo>
                    <a:pt x="37077" y="37033"/>
                  </a:lnTo>
                  <a:lnTo>
                    <a:pt x="9932" y="77302"/>
                  </a:lnTo>
                  <a:lnTo>
                    <a:pt x="0" y="126720"/>
                  </a:lnTo>
                  <a:lnTo>
                    <a:pt x="0" y="4597565"/>
                  </a:lnTo>
                  <a:lnTo>
                    <a:pt x="9932" y="4647033"/>
                  </a:lnTo>
                  <a:lnTo>
                    <a:pt x="37077" y="4687425"/>
                  </a:lnTo>
                  <a:lnTo>
                    <a:pt x="77452" y="4714656"/>
                  </a:lnTo>
                  <a:lnTo>
                    <a:pt x="127076" y="4724641"/>
                  </a:lnTo>
                  <a:lnTo>
                    <a:pt x="4445279" y="4724641"/>
                  </a:lnTo>
                  <a:lnTo>
                    <a:pt x="4494747" y="4714656"/>
                  </a:lnTo>
                  <a:lnTo>
                    <a:pt x="4535139" y="4687425"/>
                  </a:lnTo>
                  <a:lnTo>
                    <a:pt x="4562370" y="4647033"/>
                  </a:lnTo>
                  <a:lnTo>
                    <a:pt x="4572355" y="4597565"/>
                  </a:lnTo>
                  <a:lnTo>
                    <a:pt x="4572355" y="126720"/>
                  </a:lnTo>
                  <a:lnTo>
                    <a:pt x="4562370" y="77302"/>
                  </a:lnTo>
                  <a:lnTo>
                    <a:pt x="4535139" y="37033"/>
                  </a:lnTo>
                  <a:lnTo>
                    <a:pt x="4494747" y="9927"/>
                  </a:lnTo>
                  <a:lnTo>
                    <a:pt x="4445279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15923" y="2514600"/>
              <a:ext cx="4572635" cy="4725035"/>
            </a:xfrm>
            <a:custGeom>
              <a:avLst/>
              <a:gdLst/>
              <a:ahLst/>
              <a:cxnLst/>
              <a:rect l="l" t="t" r="r" b="b"/>
              <a:pathLst>
                <a:path w="4572635" h="4725034">
                  <a:moveTo>
                    <a:pt x="127076" y="4724641"/>
                  </a:moveTo>
                  <a:lnTo>
                    <a:pt x="4445279" y="4724641"/>
                  </a:lnTo>
                  <a:lnTo>
                    <a:pt x="4494747" y="4714656"/>
                  </a:lnTo>
                  <a:lnTo>
                    <a:pt x="4535139" y="4687425"/>
                  </a:lnTo>
                  <a:lnTo>
                    <a:pt x="4562370" y="4647033"/>
                  </a:lnTo>
                  <a:lnTo>
                    <a:pt x="4572355" y="4597565"/>
                  </a:lnTo>
                  <a:lnTo>
                    <a:pt x="4572355" y="126720"/>
                  </a:lnTo>
                  <a:lnTo>
                    <a:pt x="4562370" y="77302"/>
                  </a:lnTo>
                  <a:lnTo>
                    <a:pt x="4535139" y="37033"/>
                  </a:lnTo>
                  <a:lnTo>
                    <a:pt x="4494747" y="9927"/>
                  </a:lnTo>
                  <a:lnTo>
                    <a:pt x="4445279" y="0"/>
                  </a:lnTo>
                  <a:lnTo>
                    <a:pt x="127076" y="0"/>
                  </a:lnTo>
                  <a:lnTo>
                    <a:pt x="77452" y="9927"/>
                  </a:lnTo>
                  <a:lnTo>
                    <a:pt x="37077" y="37033"/>
                  </a:lnTo>
                  <a:lnTo>
                    <a:pt x="9932" y="77302"/>
                  </a:lnTo>
                  <a:lnTo>
                    <a:pt x="0" y="126720"/>
                  </a:lnTo>
                  <a:lnTo>
                    <a:pt x="0" y="4597565"/>
                  </a:lnTo>
                  <a:lnTo>
                    <a:pt x="9932" y="4647033"/>
                  </a:lnTo>
                  <a:lnTo>
                    <a:pt x="37077" y="4687425"/>
                  </a:lnTo>
                  <a:lnTo>
                    <a:pt x="77452" y="4714656"/>
                  </a:lnTo>
                  <a:lnTo>
                    <a:pt x="127076" y="4724641"/>
                  </a:lnTo>
                  <a:close/>
                </a:path>
              </a:pathLst>
            </a:custGeom>
            <a:ln w="187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92517" y="2057044"/>
              <a:ext cx="4572635" cy="457834"/>
            </a:xfrm>
            <a:custGeom>
              <a:avLst/>
              <a:gdLst/>
              <a:ahLst/>
              <a:cxnLst/>
              <a:rect l="l" t="t" r="r" b="b"/>
              <a:pathLst>
                <a:path w="4572635" h="457835">
                  <a:moveTo>
                    <a:pt x="4572368" y="0"/>
                  </a:moveTo>
                  <a:lnTo>
                    <a:pt x="0" y="0"/>
                  </a:lnTo>
                  <a:lnTo>
                    <a:pt x="0" y="304914"/>
                  </a:lnTo>
                  <a:lnTo>
                    <a:pt x="7750" y="353278"/>
                  </a:lnTo>
                  <a:lnTo>
                    <a:pt x="29343" y="395194"/>
                  </a:lnTo>
                  <a:lnTo>
                    <a:pt x="62289" y="428192"/>
                  </a:lnTo>
                  <a:lnTo>
                    <a:pt x="104100" y="449803"/>
                  </a:lnTo>
                  <a:lnTo>
                    <a:pt x="152285" y="457555"/>
                  </a:lnTo>
                  <a:lnTo>
                    <a:pt x="4419727" y="457555"/>
                  </a:lnTo>
                  <a:lnTo>
                    <a:pt x="4467949" y="449803"/>
                  </a:lnTo>
                  <a:lnTo>
                    <a:pt x="4509848" y="428192"/>
                  </a:lnTo>
                  <a:lnTo>
                    <a:pt x="4542899" y="395194"/>
                  </a:lnTo>
                  <a:lnTo>
                    <a:pt x="4564580" y="353278"/>
                  </a:lnTo>
                  <a:lnTo>
                    <a:pt x="4572368" y="304914"/>
                  </a:lnTo>
                  <a:lnTo>
                    <a:pt x="4572368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626461" y="2146223"/>
            <a:ext cx="1268095" cy="362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C1016"/>
                </a:solidFill>
                <a:latin typeface="Arial MT"/>
                <a:cs typeface="Arial MT"/>
              </a:rPr>
              <a:t>WRISTBAND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Patient</a:t>
            </a:r>
            <a:r>
              <a:rPr sz="800" spc="-15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Node</a:t>
            </a:r>
            <a:r>
              <a:rPr sz="800" spc="-20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+</a:t>
            </a:r>
            <a:r>
              <a:rPr sz="800" spc="-20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Mesh</a:t>
            </a:r>
            <a:r>
              <a:rPr sz="800" spc="-20" dirty="0">
                <a:solidFill>
                  <a:srgbClr val="000066"/>
                </a:solidFill>
                <a:latin typeface="Arial MT"/>
                <a:cs typeface="Arial MT"/>
              </a:rPr>
              <a:t> Relay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263599" y="2965323"/>
            <a:ext cx="64135" cy="267335"/>
            <a:chOff x="1263599" y="2965323"/>
            <a:chExt cx="64135" cy="267335"/>
          </a:xfrm>
        </p:grpSpPr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3599" y="2965323"/>
              <a:ext cx="63715" cy="6371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3599" y="3168357"/>
              <a:ext cx="63715" cy="64084"/>
            </a:xfrm>
            <a:prstGeom prst="rect">
              <a:avLst/>
            </a:prstGeom>
          </p:spPr>
        </p:pic>
      </p:grpSp>
      <p:pic>
        <p:nvPicPr>
          <p:cNvPr id="70" name="object 7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3599" y="3371761"/>
            <a:ext cx="63715" cy="6371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3599" y="3574796"/>
            <a:ext cx="63715" cy="64084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3599" y="3778199"/>
            <a:ext cx="63715" cy="63715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3599" y="3981234"/>
            <a:ext cx="63715" cy="63728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3599" y="4184637"/>
            <a:ext cx="63715" cy="63728"/>
          </a:xfrm>
          <a:prstGeom prst="rect">
            <a:avLst/>
          </a:prstGeom>
        </p:spPr>
      </p:pic>
      <p:sp>
        <p:nvSpPr>
          <p:cNvPr id="75" name="object 75"/>
          <p:cNvSpPr/>
          <p:nvPr/>
        </p:nvSpPr>
        <p:spPr>
          <a:xfrm>
            <a:off x="1193761" y="4546434"/>
            <a:ext cx="4216400" cy="0"/>
          </a:xfrm>
          <a:custGeom>
            <a:avLst/>
            <a:gdLst/>
            <a:ahLst/>
            <a:cxnLst/>
            <a:rect l="l" t="t" r="r" b="b"/>
            <a:pathLst>
              <a:path w="4216400">
                <a:moveTo>
                  <a:pt x="0" y="0"/>
                </a:moveTo>
                <a:lnTo>
                  <a:pt x="4216323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1206614" y="2669655"/>
            <a:ext cx="1633220" cy="16332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spc="-10" dirty="0">
                <a:solidFill>
                  <a:srgbClr val="6D7580"/>
                </a:solidFill>
                <a:latin typeface="Arial MT"/>
                <a:cs typeface="Arial MT"/>
              </a:rPr>
              <a:t>COMPONENTS</a:t>
            </a:r>
            <a:endParaRPr sz="800">
              <a:latin typeface="Arial MT"/>
              <a:cs typeface="Arial MT"/>
            </a:endParaRPr>
          </a:p>
          <a:p>
            <a:pPr marL="241300" marR="261620">
              <a:lnSpc>
                <a:spcPct val="149100"/>
              </a:lnSpc>
              <a:spcBef>
                <a:spcPts val="1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ESP32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DevKit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V1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LoRa RA-02</a:t>
            </a:r>
            <a:r>
              <a:rPr sz="9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433MHz</a:t>
            </a:r>
            <a:endParaRPr sz="9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09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MPU6500</a:t>
            </a:r>
            <a:r>
              <a:rPr sz="9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Fall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endParaRPr sz="900">
              <a:latin typeface="Arial MT"/>
              <a:cs typeface="Arial MT"/>
            </a:endParaRPr>
          </a:p>
          <a:p>
            <a:pPr marL="241300" marR="5080">
              <a:lnSpc>
                <a:spcPct val="147000"/>
              </a:lnSpc>
              <a:spcBef>
                <a:spcPts val="2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MAX30100</a:t>
            </a:r>
            <a:r>
              <a:rPr sz="9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IR worn-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detect NEO-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6M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GPS</a:t>
            </a:r>
            <a:r>
              <a:rPr sz="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module</a:t>
            </a:r>
            <a:endParaRPr sz="9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2x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Push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buttons</a:t>
            </a:r>
            <a:endParaRPr sz="9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1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RGB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Buzzer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+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Vibration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193761" y="4762436"/>
            <a:ext cx="4217035" cy="2413635"/>
            <a:chOff x="1193761" y="4762436"/>
            <a:chExt cx="4217035" cy="2413635"/>
          </a:xfrm>
        </p:grpSpPr>
        <p:sp>
          <p:nvSpPr>
            <p:cNvPr id="78" name="object 78"/>
            <p:cNvSpPr/>
            <p:nvPr/>
          </p:nvSpPr>
          <p:spPr>
            <a:xfrm>
              <a:off x="1193761" y="4762436"/>
              <a:ext cx="4191635" cy="1219835"/>
            </a:xfrm>
            <a:custGeom>
              <a:avLst/>
              <a:gdLst/>
              <a:ahLst/>
              <a:cxnLst/>
              <a:rect l="l" t="t" r="r" b="b"/>
              <a:pathLst>
                <a:path w="4191635" h="1219835">
                  <a:moveTo>
                    <a:pt x="4191114" y="1067041"/>
                  </a:moveTo>
                  <a:lnTo>
                    <a:pt x="4187126" y="1047216"/>
                  </a:lnTo>
                  <a:lnTo>
                    <a:pt x="4176255" y="1030960"/>
                  </a:lnTo>
                  <a:lnTo>
                    <a:pt x="4160126" y="1019962"/>
                  </a:lnTo>
                  <a:lnTo>
                    <a:pt x="4140352" y="1015923"/>
                  </a:lnTo>
                  <a:lnTo>
                    <a:pt x="50761" y="1015923"/>
                  </a:lnTo>
                  <a:lnTo>
                    <a:pt x="30975" y="1019962"/>
                  </a:lnTo>
                  <a:lnTo>
                    <a:pt x="14846" y="1030960"/>
                  </a:lnTo>
                  <a:lnTo>
                    <a:pt x="3975" y="1047216"/>
                  </a:lnTo>
                  <a:lnTo>
                    <a:pt x="0" y="1067041"/>
                  </a:lnTo>
                  <a:lnTo>
                    <a:pt x="0" y="1168565"/>
                  </a:lnTo>
                  <a:lnTo>
                    <a:pt x="3975" y="1188351"/>
                  </a:lnTo>
                  <a:lnTo>
                    <a:pt x="14846" y="1204480"/>
                  </a:lnTo>
                  <a:lnTo>
                    <a:pt x="30975" y="1215351"/>
                  </a:lnTo>
                  <a:lnTo>
                    <a:pt x="50761" y="1219327"/>
                  </a:lnTo>
                  <a:lnTo>
                    <a:pt x="4140352" y="1219327"/>
                  </a:lnTo>
                  <a:lnTo>
                    <a:pt x="4160126" y="1215351"/>
                  </a:lnTo>
                  <a:lnTo>
                    <a:pt x="4176255" y="1204480"/>
                  </a:lnTo>
                  <a:lnTo>
                    <a:pt x="4187126" y="1188351"/>
                  </a:lnTo>
                  <a:lnTo>
                    <a:pt x="4191114" y="1168565"/>
                  </a:lnTo>
                  <a:lnTo>
                    <a:pt x="4191114" y="1067041"/>
                  </a:lnTo>
                  <a:close/>
                </a:path>
                <a:path w="4191635" h="1219835">
                  <a:moveTo>
                    <a:pt x="4191114" y="812520"/>
                  </a:moveTo>
                  <a:lnTo>
                    <a:pt x="4187126" y="792746"/>
                  </a:lnTo>
                  <a:lnTo>
                    <a:pt x="4176255" y="776617"/>
                  </a:lnTo>
                  <a:lnTo>
                    <a:pt x="4160126" y="765746"/>
                  </a:lnTo>
                  <a:lnTo>
                    <a:pt x="4140352" y="761758"/>
                  </a:lnTo>
                  <a:lnTo>
                    <a:pt x="50761" y="761758"/>
                  </a:lnTo>
                  <a:lnTo>
                    <a:pt x="30975" y="765746"/>
                  </a:lnTo>
                  <a:lnTo>
                    <a:pt x="14846" y="776617"/>
                  </a:lnTo>
                  <a:lnTo>
                    <a:pt x="3975" y="792746"/>
                  </a:lnTo>
                  <a:lnTo>
                    <a:pt x="0" y="812520"/>
                  </a:lnTo>
                  <a:lnTo>
                    <a:pt x="0" y="914768"/>
                  </a:lnTo>
                  <a:lnTo>
                    <a:pt x="3975" y="934554"/>
                  </a:lnTo>
                  <a:lnTo>
                    <a:pt x="14846" y="950683"/>
                  </a:lnTo>
                  <a:lnTo>
                    <a:pt x="30975" y="961542"/>
                  </a:lnTo>
                  <a:lnTo>
                    <a:pt x="50761" y="965517"/>
                  </a:lnTo>
                  <a:lnTo>
                    <a:pt x="4140352" y="965517"/>
                  </a:lnTo>
                  <a:lnTo>
                    <a:pt x="4160126" y="961542"/>
                  </a:lnTo>
                  <a:lnTo>
                    <a:pt x="4176255" y="950683"/>
                  </a:lnTo>
                  <a:lnTo>
                    <a:pt x="4187126" y="934554"/>
                  </a:lnTo>
                  <a:lnTo>
                    <a:pt x="4191114" y="914768"/>
                  </a:lnTo>
                  <a:lnTo>
                    <a:pt x="4191114" y="812520"/>
                  </a:lnTo>
                  <a:close/>
                </a:path>
                <a:path w="4191635" h="1219835">
                  <a:moveTo>
                    <a:pt x="4191114" y="558723"/>
                  </a:moveTo>
                  <a:lnTo>
                    <a:pt x="4187126" y="538949"/>
                  </a:lnTo>
                  <a:lnTo>
                    <a:pt x="4176255" y="522820"/>
                  </a:lnTo>
                  <a:lnTo>
                    <a:pt x="4160126" y="511949"/>
                  </a:lnTo>
                  <a:lnTo>
                    <a:pt x="4140352" y="507961"/>
                  </a:lnTo>
                  <a:lnTo>
                    <a:pt x="50761" y="507961"/>
                  </a:lnTo>
                  <a:lnTo>
                    <a:pt x="30975" y="511949"/>
                  </a:lnTo>
                  <a:lnTo>
                    <a:pt x="14846" y="522820"/>
                  </a:lnTo>
                  <a:lnTo>
                    <a:pt x="3975" y="538949"/>
                  </a:lnTo>
                  <a:lnTo>
                    <a:pt x="0" y="558723"/>
                  </a:lnTo>
                  <a:lnTo>
                    <a:pt x="0" y="660603"/>
                  </a:lnTo>
                  <a:lnTo>
                    <a:pt x="3975" y="680389"/>
                  </a:lnTo>
                  <a:lnTo>
                    <a:pt x="14846" y="696518"/>
                  </a:lnTo>
                  <a:lnTo>
                    <a:pt x="30975" y="707390"/>
                  </a:lnTo>
                  <a:lnTo>
                    <a:pt x="50761" y="711365"/>
                  </a:lnTo>
                  <a:lnTo>
                    <a:pt x="4140352" y="711365"/>
                  </a:lnTo>
                  <a:lnTo>
                    <a:pt x="4160126" y="707390"/>
                  </a:lnTo>
                  <a:lnTo>
                    <a:pt x="4176255" y="696518"/>
                  </a:lnTo>
                  <a:lnTo>
                    <a:pt x="4187126" y="680389"/>
                  </a:lnTo>
                  <a:lnTo>
                    <a:pt x="4191114" y="660603"/>
                  </a:lnTo>
                  <a:lnTo>
                    <a:pt x="4191114" y="558723"/>
                  </a:lnTo>
                  <a:close/>
                </a:path>
                <a:path w="4191635" h="1219835">
                  <a:moveTo>
                    <a:pt x="4191114" y="304558"/>
                  </a:moveTo>
                  <a:lnTo>
                    <a:pt x="4187126" y="284784"/>
                  </a:lnTo>
                  <a:lnTo>
                    <a:pt x="4176255" y="268655"/>
                  </a:lnTo>
                  <a:lnTo>
                    <a:pt x="4160126" y="257797"/>
                  </a:lnTo>
                  <a:lnTo>
                    <a:pt x="4140352" y="253809"/>
                  </a:lnTo>
                  <a:lnTo>
                    <a:pt x="50761" y="253809"/>
                  </a:lnTo>
                  <a:lnTo>
                    <a:pt x="30975" y="257797"/>
                  </a:lnTo>
                  <a:lnTo>
                    <a:pt x="14846" y="268655"/>
                  </a:lnTo>
                  <a:lnTo>
                    <a:pt x="3975" y="284784"/>
                  </a:lnTo>
                  <a:lnTo>
                    <a:pt x="0" y="304558"/>
                  </a:lnTo>
                  <a:lnTo>
                    <a:pt x="0" y="406438"/>
                  </a:lnTo>
                  <a:lnTo>
                    <a:pt x="3975" y="426440"/>
                  </a:lnTo>
                  <a:lnTo>
                    <a:pt x="14846" y="442671"/>
                  </a:lnTo>
                  <a:lnTo>
                    <a:pt x="30975" y="453580"/>
                  </a:lnTo>
                  <a:lnTo>
                    <a:pt x="50761" y="457568"/>
                  </a:lnTo>
                  <a:lnTo>
                    <a:pt x="4140352" y="457568"/>
                  </a:lnTo>
                  <a:lnTo>
                    <a:pt x="4160126" y="453580"/>
                  </a:lnTo>
                  <a:lnTo>
                    <a:pt x="4176255" y="442671"/>
                  </a:lnTo>
                  <a:lnTo>
                    <a:pt x="4187126" y="426440"/>
                  </a:lnTo>
                  <a:lnTo>
                    <a:pt x="4191114" y="406438"/>
                  </a:lnTo>
                  <a:lnTo>
                    <a:pt x="4191114" y="304558"/>
                  </a:lnTo>
                  <a:close/>
                </a:path>
                <a:path w="4191635" h="1219835">
                  <a:moveTo>
                    <a:pt x="4191114" y="51117"/>
                  </a:moveTo>
                  <a:lnTo>
                    <a:pt x="4187126" y="31292"/>
                  </a:lnTo>
                  <a:lnTo>
                    <a:pt x="4176255" y="15036"/>
                  </a:lnTo>
                  <a:lnTo>
                    <a:pt x="4160126" y="4038"/>
                  </a:lnTo>
                  <a:lnTo>
                    <a:pt x="4140352" y="0"/>
                  </a:lnTo>
                  <a:lnTo>
                    <a:pt x="50761" y="0"/>
                  </a:lnTo>
                  <a:lnTo>
                    <a:pt x="30975" y="4038"/>
                  </a:lnTo>
                  <a:lnTo>
                    <a:pt x="14846" y="15036"/>
                  </a:lnTo>
                  <a:lnTo>
                    <a:pt x="3975" y="31292"/>
                  </a:lnTo>
                  <a:lnTo>
                    <a:pt x="0" y="51117"/>
                  </a:lnTo>
                  <a:lnTo>
                    <a:pt x="0" y="152641"/>
                  </a:lnTo>
                  <a:lnTo>
                    <a:pt x="3975" y="172427"/>
                  </a:lnTo>
                  <a:lnTo>
                    <a:pt x="14846" y="188556"/>
                  </a:lnTo>
                  <a:lnTo>
                    <a:pt x="30975" y="199428"/>
                  </a:lnTo>
                  <a:lnTo>
                    <a:pt x="50761" y="203403"/>
                  </a:lnTo>
                  <a:lnTo>
                    <a:pt x="4140352" y="203403"/>
                  </a:lnTo>
                  <a:lnTo>
                    <a:pt x="4160126" y="199428"/>
                  </a:lnTo>
                  <a:lnTo>
                    <a:pt x="4176255" y="188556"/>
                  </a:lnTo>
                  <a:lnTo>
                    <a:pt x="4187126" y="172427"/>
                  </a:lnTo>
                  <a:lnTo>
                    <a:pt x="4191114" y="152641"/>
                  </a:lnTo>
                  <a:lnTo>
                    <a:pt x="4191114" y="51117"/>
                  </a:lnTo>
                  <a:close/>
                </a:path>
              </a:pathLst>
            </a:custGeom>
            <a:solidFill>
              <a:srgbClr val="00C8A6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193761" y="6895795"/>
              <a:ext cx="4217035" cy="280035"/>
            </a:xfrm>
            <a:custGeom>
              <a:avLst/>
              <a:gdLst/>
              <a:ahLst/>
              <a:cxnLst/>
              <a:rect l="l" t="t" r="r" b="b"/>
              <a:pathLst>
                <a:path w="4217035" h="280034">
                  <a:moveTo>
                    <a:pt x="4140352" y="0"/>
                  </a:moveTo>
                  <a:lnTo>
                    <a:pt x="75958" y="0"/>
                  </a:lnTo>
                  <a:lnTo>
                    <a:pt x="46318" y="6002"/>
                  </a:lnTo>
                  <a:lnTo>
                    <a:pt x="22182" y="22366"/>
                  </a:lnTo>
                  <a:lnTo>
                    <a:pt x="5944" y="46629"/>
                  </a:lnTo>
                  <a:lnTo>
                    <a:pt x="0" y="76326"/>
                  </a:lnTo>
                  <a:lnTo>
                    <a:pt x="0" y="203403"/>
                  </a:lnTo>
                  <a:lnTo>
                    <a:pt x="5944" y="233251"/>
                  </a:lnTo>
                  <a:lnTo>
                    <a:pt x="22182" y="257497"/>
                  </a:lnTo>
                  <a:lnTo>
                    <a:pt x="46318" y="273778"/>
                  </a:lnTo>
                  <a:lnTo>
                    <a:pt x="75958" y="279730"/>
                  </a:lnTo>
                  <a:lnTo>
                    <a:pt x="4140352" y="279730"/>
                  </a:lnTo>
                  <a:lnTo>
                    <a:pt x="4170050" y="273778"/>
                  </a:lnTo>
                  <a:lnTo>
                    <a:pt x="4194313" y="257497"/>
                  </a:lnTo>
                  <a:lnTo>
                    <a:pt x="4210677" y="233251"/>
                  </a:lnTo>
                  <a:lnTo>
                    <a:pt x="4216679" y="203403"/>
                  </a:lnTo>
                  <a:lnTo>
                    <a:pt x="4216679" y="76326"/>
                  </a:lnTo>
                  <a:lnTo>
                    <a:pt x="4210677" y="46629"/>
                  </a:lnTo>
                  <a:lnTo>
                    <a:pt x="4194313" y="22366"/>
                  </a:lnTo>
                  <a:lnTo>
                    <a:pt x="4170050" y="6002"/>
                  </a:lnTo>
                  <a:lnTo>
                    <a:pt x="4140352" y="0"/>
                  </a:lnTo>
                  <a:close/>
                </a:path>
              </a:pathLst>
            </a:custGeom>
            <a:solidFill>
              <a:srgbClr val="00C8A6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206614" y="4560390"/>
            <a:ext cx="1508125" cy="1406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00" spc="-10" dirty="0">
                <a:solidFill>
                  <a:srgbClr val="6D7580"/>
                </a:solidFill>
                <a:latin typeface="Arial MT"/>
                <a:cs typeface="Arial MT"/>
              </a:rPr>
              <a:t>CAPABILITIES</a:t>
            </a:r>
            <a:endParaRPr sz="8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440"/>
              </a:spcBef>
              <a:buClr>
                <a:srgbClr val="00C8A6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3-stage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fall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algorithm</a:t>
            </a:r>
            <a:endParaRPr sz="9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930"/>
              </a:spcBef>
              <a:buClr>
                <a:srgbClr val="00C8A6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SOS LoRa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broadcast</a:t>
            </a:r>
            <a:endParaRPr sz="9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910"/>
              </a:spcBef>
              <a:buClr>
                <a:srgbClr val="00C8A6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GPS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in every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TX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packet</a:t>
            </a:r>
            <a:endParaRPr sz="9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930"/>
              </a:spcBef>
              <a:buClr>
                <a:srgbClr val="00C8A6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ESP-NOW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dispenser</a:t>
            </a:r>
            <a:endParaRPr sz="9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910"/>
              </a:spcBef>
              <a:buClr>
                <a:srgbClr val="00C8A6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3-sec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telemetry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interval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765762" y="2514600"/>
            <a:ext cx="4572635" cy="4725035"/>
          </a:xfrm>
          <a:custGeom>
            <a:avLst/>
            <a:gdLst/>
            <a:ahLst/>
            <a:cxnLst/>
            <a:rect l="l" t="t" r="r" b="b"/>
            <a:pathLst>
              <a:path w="4572634" h="4725034">
                <a:moveTo>
                  <a:pt x="4445279" y="0"/>
                </a:moveTo>
                <a:lnTo>
                  <a:pt x="126720" y="0"/>
                </a:lnTo>
                <a:lnTo>
                  <a:pt x="77302" y="9927"/>
                </a:lnTo>
                <a:lnTo>
                  <a:pt x="37033" y="37033"/>
                </a:lnTo>
                <a:lnTo>
                  <a:pt x="9927" y="77302"/>
                </a:lnTo>
                <a:lnTo>
                  <a:pt x="0" y="126720"/>
                </a:lnTo>
                <a:lnTo>
                  <a:pt x="0" y="4597565"/>
                </a:lnTo>
                <a:lnTo>
                  <a:pt x="9927" y="4647033"/>
                </a:lnTo>
                <a:lnTo>
                  <a:pt x="37033" y="4687425"/>
                </a:lnTo>
                <a:lnTo>
                  <a:pt x="77302" y="4714656"/>
                </a:lnTo>
                <a:lnTo>
                  <a:pt x="126720" y="4724641"/>
                </a:lnTo>
                <a:lnTo>
                  <a:pt x="4445279" y="4724641"/>
                </a:lnTo>
                <a:lnTo>
                  <a:pt x="4494747" y="4714656"/>
                </a:lnTo>
                <a:lnTo>
                  <a:pt x="4535139" y="4687425"/>
                </a:lnTo>
                <a:lnTo>
                  <a:pt x="4562370" y="4647033"/>
                </a:lnTo>
                <a:lnTo>
                  <a:pt x="4572355" y="4597565"/>
                </a:lnTo>
                <a:lnTo>
                  <a:pt x="4572355" y="126720"/>
                </a:lnTo>
                <a:lnTo>
                  <a:pt x="4562370" y="77302"/>
                </a:lnTo>
                <a:lnTo>
                  <a:pt x="4535139" y="37033"/>
                </a:lnTo>
                <a:lnTo>
                  <a:pt x="4494747" y="9927"/>
                </a:lnTo>
                <a:lnTo>
                  <a:pt x="4445279" y="0"/>
                </a:lnTo>
                <a:close/>
              </a:path>
            </a:pathLst>
          </a:custGeom>
          <a:solidFill>
            <a:srgbClr val="151A2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5756237" y="2057400"/>
            <a:ext cx="4591685" cy="5191760"/>
            <a:chOff x="5756237" y="2057400"/>
            <a:chExt cx="4591685" cy="5191760"/>
          </a:xfrm>
        </p:grpSpPr>
        <p:sp>
          <p:nvSpPr>
            <p:cNvPr id="83" name="object 83"/>
            <p:cNvSpPr/>
            <p:nvPr/>
          </p:nvSpPr>
          <p:spPr>
            <a:xfrm>
              <a:off x="5765762" y="2514600"/>
              <a:ext cx="4572635" cy="4725035"/>
            </a:xfrm>
            <a:custGeom>
              <a:avLst/>
              <a:gdLst/>
              <a:ahLst/>
              <a:cxnLst/>
              <a:rect l="l" t="t" r="r" b="b"/>
              <a:pathLst>
                <a:path w="4572634" h="4725034">
                  <a:moveTo>
                    <a:pt x="126720" y="4724641"/>
                  </a:moveTo>
                  <a:lnTo>
                    <a:pt x="4445279" y="4724641"/>
                  </a:lnTo>
                  <a:lnTo>
                    <a:pt x="4494747" y="4714656"/>
                  </a:lnTo>
                  <a:lnTo>
                    <a:pt x="4535139" y="4687425"/>
                  </a:lnTo>
                  <a:lnTo>
                    <a:pt x="4562370" y="4647033"/>
                  </a:lnTo>
                  <a:lnTo>
                    <a:pt x="4572355" y="4597565"/>
                  </a:lnTo>
                  <a:lnTo>
                    <a:pt x="4572355" y="126720"/>
                  </a:lnTo>
                  <a:lnTo>
                    <a:pt x="4562370" y="77302"/>
                  </a:lnTo>
                  <a:lnTo>
                    <a:pt x="4535139" y="37033"/>
                  </a:lnTo>
                  <a:lnTo>
                    <a:pt x="4494747" y="9927"/>
                  </a:lnTo>
                  <a:lnTo>
                    <a:pt x="4445279" y="0"/>
                  </a:lnTo>
                  <a:lnTo>
                    <a:pt x="126720" y="0"/>
                  </a:lnTo>
                  <a:lnTo>
                    <a:pt x="77302" y="9927"/>
                  </a:lnTo>
                  <a:lnTo>
                    <a:pt x="37033" y="37033"/>
                  </a:lnTo>
                  <a:lnTo>
                    <a:pt x="9927" y="77302"/>
                  </a:lnTo>
                  <a:lnTo>
                    <a:pt x="0" y="126720"/>
                  </a:lnTo>
                  <a:lnTo>
                    <a:pt x="0" y="4597565"/>
                  </a:lnTo>
                  <a:lnTo>
                    <a:pt x="9927" y="4647033"/>
                  </a:lnTo>
                  <a:lnTo>
                    <a:pt x="37033" y="4687425"/>
                  </a:lnTo>
                  <a:lnTo>
                    <a:pt x="77302" y="4714656"/>
                  </a:lnTo>
                  <a:lnTo>
                    <a:pt x="126720" y="4724641"/>
                  </a:lnTo>
                  <a:close/>
                </a:path>
              </a:pathLst>
            </a:custGeom>
            <a:ln w="1871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756757" y="2057400"/>
              <a:ext cx="4572635" cy="457834"/>
            </a:xfrm>
            <a:custGeom>
              <a:avLst/>
              <a:gdLst/>
              <a:ahLst/>
              <a:cxnLst/>
              <a:rect l="l" t="t" r="r" b="b"/>
              <a:pathLst>
                <a:path w="4572634" h="457835">
                  <a:moveTo>
                    <a:pt x="4572368" y="0"/>
                  </a:moveTo>
                  <a:lnTo>
                    <a:pt x="0" y="0"/>
                  </a:lnTo>
                  <a:lnTo>
                    <a:pt x="0" y="304914"/>
                  </a:lnTo>
                  <a:lnTo>
                    <a:pt x="7750" y="353278"/>
                  </a:lnTo>
                  <a:lnTo>
                    <a:pt x="29343" y="395194"/>
                  </a:lnTo>
                  <a:lnTo>
                    <a:pt x="62289" y="428192"/>
                  </a:lnTo>
                  <a:lnTo>
                    <a:pt x="104100" y="449803"/>
                  </a:lnTo>
                  <a:lnTo>
                    <a:pt x="152285" y="457555"/>
                  </a:lnTo>
                  <a:lnTo>
                    <a:pt x="4419727" y="457555"/>
                  </a:lnTo>
                  <a:lnTo>
                    <a:pt x="4467949" y="449803"/>
                  </a:lnTo>
                  <a:lnTo>
                    <a:pt x="4509848" y="428192"/>
                  </a:lnTo>
                  <a:lnTo>
                    <a:pt x="4542899" y="395194"/>
                  </a:lnTo>
                  <a:lnTo>
                    <a:pt x="4564580" y="353278"/>
                  </a:lnTo>
                  <a:lnTo>
                    <a:pt x="4572368" y="304914"/>
                  </a:lnTo>
                  <a:lnTo>
                    <a:pt x="4572368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2812935" y="6934225"/>
            <a:ext cx="9798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C8A6"/>
                </a:solidFill>
                <a:latin typeface="Arial MT"/>
                <a:cs typeface="Arial MT"/>
              </a:rPr>
              <a:t>COGS:</a:t>
            </a:r>
            <a:r>
              <a:rPr sz="1100" spc="4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C8A6"/>
                </a:solidFill>
                <a:latin typeface="Segoe UI Emoji"/>
                <a:cs typeface="Segoe UI Emoji"/>
              </a:rPr>
              <a:t>■</a:t>
            </a:r>
            <a:r>
              <a:rPr sz="1100" spc="-10" dirty="0">
                <a:solidFill>
                  <a:srgbClr val="00C8A6"/>
                </a:solidFill>
                <a:latin typeface="Arial MT"/>
                <a:cs typeface="Arial MT"/>
              </a:rPr>
              <a:t>2,500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302500" y="2146223"/>
            <a:ext cx="1506220" cy="362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C1016"/>
                </a:solidFill>
                <a:latin typeface="Arial MT"/>
                <a:cs typeface="Arial MT"/>
              </a:rPr>
              <a:t>GATEWAY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LoRa</a:t>
            </a:r>
            <a:r>
              <a:rPr sz="800" spc="-20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Edge</a:t>
            </a:r>
            <a:r>
              <a:rPr sz="800" spc="-15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Server</a:t>
            </a:r>
            <a:r>
              <a:rPr sz="800" spc="-10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+</a:t>
            </a:r>
            <a:r>
              <a:rPr sz="800" spc="-15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WiFi</a:t>
            </a:r>
            <a:r>
              <a:rPr sz="800" spc="-10" dirty="0">
                <a:solidFill>
                  <a:srgbClr val="000066"/>
                </a:solidFill>
                <a:latin typeface="Arial MT"/>
                <a:cs typeface="Arial MT"/>
              </a:rPr>
              <a:t> Bridge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013437" y="2965323"/>
            <a:ext cx="64135" cy="673735"/>
            <a:chOff x="6013437" y="2965323"/>
            <a:chExt cx="64135" cy="673735"/>
          </a:xfrm>
        </p:grpSpPr>
        <p:pic>
          <p:nvPicPr>
            <p:cNvPr id="88" name="object 8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13437" y="2965323"/>
              <a:ext cx="63728" cy="6371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3437" y="3168357"/>
              <a:ext cx="63728" cy="6408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13437" y="3371761"/>
              <a:ext cx="63728" cy="6371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13437" y="3574796"/>
              <a:ext cx="63728" cy="64084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5937250" y="3778199"/>
            <a:ext cx="4229100" cy="774700"/>
            <a:chOff x="5937250" y="3778199"/>
            <a:chExt cx="4229100" cy="774700"/>
          </a:xfrm>
        </p:grpSpPr>
        <p:pic>
          <p:nvPicPr>
            <p:cNvPr id="93" name="object 9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13437" y="3778199"/>
              <a:ext cx="63728" cy="6371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13437" y="3981234"/>
              <a:ext cx="63728" cy="63728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13437" y="4184637"/>
              <a:ext cx="63728" cy="63728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5943600" y="4546434"/>
              <a:ext cx="4216400" cy="0"/>
            </a:xfrm>
            <a:custGeom>
              <a:avLst/>
              <a:gdLst/>
              <a:ahLst/>
              <a:cxnLst/>
              <a:rect l="l" t="t" r="r" b="b"/>
              <a:pathLst>
                <a:path w="4216400">
                  <a:moveTo>
                    <a:pt x="0" y="0"/>
                  </a:moveTo>
                  <a:lnTo>
                    <a:pt x="4216323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5956465" y="2669655"/>
            <a:ext cx="1529080" cy="16332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spc="-10" dirty="0">
                <a:solidFill>
                  <a:srgbClr val="6D7580"/>
                </a:solidFill>
                <a:latin typeface="Arial MT"/>
                <a:cs typeface="Arial MT"/>
              </a:rPr>
              <a:t>COMPONENTS</a:t>
            </a:r>
            <a:endParaRPr sz="800">
              <a:latin typeface="Arial MT"/>
              <a:cs typeface="Arial MT"/>
            </a:endParaRPr>
          </a:p>
          <a:p>
            <a:pPr marL="241300" marR="156845">
              <a:lnSpc>
                <a:spcPct val="148200"/>
              </a:lnSpc>
              <a:spcBef>
                <a:spcPts val="2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ESP32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DevKit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V1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LoRa RA-02</a:t>
            </a:r>
            <a:r>
              <a:rPr sz="9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433MHz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SH1106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OLED</a:t>
            </a:r>
            <a:r>
              <a:rPr sz="9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1.3"</a:t>
            </a:r>
            <a:endParaRPr sz="900">
              <a:latin typeface="Arial MT"/>
              <a:cs typeface="Arial MT"/>
            </a:endParaRPr>
          </a:p>
          <a:p>
            <a:pPr marL="241300" marR="5080">
              <a:lnSpc>
                <a:spcPct val="147600"/>
              </a:lnSpc>
              <a:spcBef>
                <a:spcPts val="1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DHT22 temp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sensor</a:t>
            </a:r>
            <a:r>
              <a:rPr sz="9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WiFi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9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Supabase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bridge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AP mode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fallback</a:t>
            </a:r>
            <a:endParaRPr sz="9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2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RGB +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Buzzer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5943600" y="4762436"/>
            <a:ext cx="4191635" cy="711835"/>
          </a:xfrm>
          <a:custGeom>
            <a:avLst/>
            <a:gdLst/>
            <a:ahLst/>
            <a:cxnLst/>
            <a:rect l="l" t="t" r="r" b="b"/>
            <a:pathLst>
              <a:path w="4191634" h="711835">
                <a:moveTo>
                  <a:pt x="4191114" y="558723"/>
                </a:moveTo>
                <a:lnTo>
                  <a:pt x="4187126" y="538949"/>
                </a:lnTo>
                <a:lnTo>
                  <a:pt x="4176268" y="522820"/>
                </a:lnTo>
                <a:lnTo>
                  <a:pt x="4160139" y="511949"/>
                </a:lnTo>
                <a:lnTo>
                  <a:pt x="4140365" y="507961"/>
                </a:lnTo>
                <a:lnTo>
                  <a:pt x="50761" y="507961"/>
                </a:lnTo>
                <a:lnTo>
                  <a:pt x="30975" y="511949"/>
                </a:lnTo>
                <a:lnTo>
                  <a:pt x="14846" y="522820"/>
                </a:lnTo>
                <a:lnTo>
                  <a:pt x="3975" y="538949"/>
                </a:lnTo>
                <a:lnTo>
                  <a:pt x="0" y="558723"/>
                </a:lnTo>
                <a:lnTo>
                  <a:pt x="0" y="660603"/>
                </a:lnTo>
                <a:lnTo>
                  <a:pt x="3975" y="680389"/>
                </a:lnTo>
                <a:lnTo>
                  <a:pt x="14846" y="696518"/>
                </a:lnTo>
                <a:lnTo>
                  <a:pt x="30975" y="707390"/>
                </a:lnTo>
                <a:lnTo>
                  <a:pt x="50761" y="711365"/>
                </a:lnTo>
                <a:lnTo>
                  <a:pt x="4140365" y="711365"/>
                </a:lnTo>
                <a:lnTo>
                  <a:pt x="4160139" y="707390"/>
                </a:lnTo>
                <a:lnTo>
                  <a:pt x="4176268" y="696518"/>
                </a:lnTo>
                <a:lnTo>
                  <a:pt x="4187126" y="680389"/>
                </a:lnTo>
                <a:lnTo>
                  <a:pt x="4191114" y="660603"/>
                </a:lnTo>
                <a:lnTo>
                  <a:pt x="4191114" y="558723"/>
                </a:lnTo>
                <a:close/>
              </a:path>
              <a:path w="4191634" h="711835">
                <a:moveTo>
                  <a:pt x="4191114" y="304558"/>
                </a:moveTo>
                <a:lnTo>
                  <a:pt x="4187126" y="284784"/>
                </a:lnTo>
                <a:lnTo>
                  <a:pt x="4176268" y="268655"/>
                </a:lnTo>
                <a:lnTo>
                  <a:pt x="4160139" y="257797"/>
                </a:lnTo>
                <a:lnTo>
                  <a:pt x="4140365" y="253809"/>
                </a:lnTo>
                <a:lnTo>
                  <a:pt x="50761" y="253809"/>
                </a:lnTo>
                <a:lnTo>
                  <a:pt x="30975" y="257797"/>
                </a:lnTo>
                <a:lnTo>
                  <a:pt x="14846" y="268655"/>
                </a:lnTo>
                <a:lnTo>
                  <a:pt x="3975" y="284784"/>
                </a:lnTo>
                <a:lnTo>
                  <a:pt x="0" y="304558"/>
                </a:lnTo>
                <a:lnTo>
                  <a:pt x="0" y="406438"/>
                </a:lnTo>
                <a:lnTo>
                  <a:pt x="3975" y="426440"/>
                </a:lnTo>
                <a:lnTo>
                  <a:pt x="14846" y="442671"/>
                </a:lnTo>
                <a:lnTo>
                  <a:pt x="30975" y="453580"/>
                </a:lnTo>
                <a:lnTo>
                  <a:pt x="50761" y="457568"/>
                </a:lnTo>
                <a:lnTo>
                  <a:pt x="4140365" y="457568"/>
                </a:lnTo>
                <a:lnTo>
                  <a:pt x="4160139" y="453580"/>
                </a:lnTo>
                <a:lnTo>
                  <a:pt x="4176268" y="442671"/>
                </a:lnTo>
                <a:lnTo>
                  <a:pt x="4187126" y="426440"/>
                </a:lnTo>
                <a:lnTo>
                  <a:pt x="4191114" y="406438"/>
                </a:lnTo>
                <a:lnTo>
                  <a:pt x="4191114" y="304558"/>
                </a:lnTo>
                <a:close/>
              </a:path>
              <a:path w="4191634" h="711835">
                <a:moveTo>
                  <a:pt x="4191114" y="51117"/>
                </a:moveTo>
                <a:lnTo>
                  <a:pt x="4187126" y="31292"/>
                </a:lnTo>
                <a:lnTo>
                  <a:pt x="4176268" y="15036"/>
                </a:lnTo>
                <a:lnTo>
                  <a:pt x="4160139" y="4038"/>
                </a:lnTo>
                <a:lnTo>
                  <a:pt x="4140365" y="0"/>
                </a:lnTo>
                <a:lnTo>
                  <a:pt x="50761" y="0"/>
                </a:lnTo>
                <a:lnTo>
                  <a:pt x="30975" y="4038"/>
                </a:lnTo>
                <a:lnTo>
                  <a:pt x="14846" y="15036"/>
                </a:lnTo>
                <a:lnTo>
                  <a:pt x="3975" y="31292"/>
                </a:lnTo>
                <a:lnTo>
                  <a:pt x="0" y="51117"/>
                </a:lnTo>
                <a:lnTo>
                  <a:pt x="0" y="152641"/>
                </a:lnTo>
                <a:lnTo>
                  <a:pt x="3975" y="172427"/>
                </a:lnTo>
                <a:lnTo>
                  <a:pt x="14846" y="188556"/>
                </a:lnTo>
                <a:lnTo>
                  <a:pt x="30975" y="199428"/>
                </a:lnTo>
                <a:lnTo>
                  <a:pt x="50761" y="203403"/>
                </a:lnTo>
                <a:lnTo>
                  <a:pt x="4140365" y="203403"/>
                </a:lnTo>
                <a:lnTo>
                  <a:pt x="4160139" y="199428"/>
                </a:lnTo>
                <a:lnTo>
                  <a:pt x="4176268" y="188556"/>
                </a:lnTo>
                <a:lnTo>
                  <a:pt x="4187126" y="172427"/>
                </a:lnTo>
                <a:lnTo>
                  <a:pt x="4191114" y="152641"/>
                </a:lnTo>
                <a:lnTo>
                  <a:pt x="4191114" y="51117"/>
                </a:lnTo>
                <a:close/>
              </a:path>
            </a:pathLst>
          </a:custGeom>
          <a:solidFill>
            <a:srgbClr val="F49D0A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5943600" y="5524195"/>
            <a:ext cx="4217035" cy="1651635"/>
            <a:chOff x="5943600" y="5524195"/>
            <a:chExt cx="4217035" cy="1651635"/>
          </a:xfrm>
        </p:grpSpPr>
        <p:sp>
          <p:nvSpPr>
            <p:cNvPr id="100" name="object 100"/>
            <p:cNvSpPr/>
            <p:nvPr/>
          </p:nvSpPr>
          <p:spPr>
            <a:xfrm>
              <a:off x="5943600" y="5524195"/>
              <a:ext cx="4191635" cy="457834"/>
            </a:xfrm>
            <a:custGeom>
              <a:avLst/>
              <a:gdLst/>
              <a:ahLst/>
              <a:cxnLst/>
              <a:rect l="l" t="t" r="r" b="b"/>
              <a:pathLst>
                <a:path w="4191634" h="457835">
                  <a:moveTo>
                    <a:pt x="4191114" y="305282"/>
                  </a:moveTo>
                  <a:lnTo>
                    <a:pt x="4187126" y="285457"/>
                  </a:lnTo>
                  <a:lnTo>
                    <a:pt x="4176268" y="269201"/>
                  </a:lnTo>
                  <a:lnTo>
                    <a:pt x="4160139" y="258203"/>
                  </a:lnTo>
                  <a:lnTo>
                    <a:pt x="4140365" y="254165"/>
                  </a:lnTo>
                  <a:lnTo>
                    <a:pt x="50761" y="254165"/>
                  </a:lnTo>
                  <a:lnTo>
                    <a:pt x="30975" y="258203"/>
                  </a:lnTo>
                  <a:lnTo>
                    <a:pt x="14846" y="269201"/>
                  </a:lnTo>
                  <a:lnTo>
                    <a:pt x="3975" y="285457"/>
                  </a:lnTo>
                  <a:lnTo>
                    <a:pt x="0" y="305282"/>
                  </a:lnTo>
                  <a:lnTo>
                    <a:pt x="0" y="406806"/>
                  </a:lnTo>
                  <a:lnTo>
                    <a:pt x="3975" y="426593"/>
                  </a:lnTo>
                  <a:lnTo>
                    <a:pt x="14846" y="442722"/>
                  </a:lnTo>
                  <a:lnTo>
                    <a:pt x="30975" y="453593"/>
                  </a:lnTo>
                  <a:lnTo>
                    <a:pt x="50761" y="457568"/>
                  </a:lnTo>
                  <a:lnTo>
                    <a:pt x="4140365" y="457568"/>
                  </a:lnTo>
                  <a:lnTo>
                    <a:pt x="4160139" y="453593"/>
                  </a:lnTo>
                  <a:lnTo>
                    <a:pt x="4176268" y="442722"/>
                  </a:lnTo>
                  <a:lnTo>
                    <a:pt x="4187126" y="426593"/>
                  </a:lnTo>
                  <a:lnTo>
                    <a:pt x="4191114" y="406806"/>
                  </a:lnTo>
                  <a:lnTo>
                    <a:pt x="4191114" y="305282"/>
                  </a:lnTo>
                  <a:close/>
                </a:path>
                <a:path w="4191634" h="457835">
                  <a:moveTo>
                    <a:pt x="4191114" y="50761"/>
                  </a:moveTo>
                  <a:lnTo>
                    <a:pt x="4187126" y="30988"/>
                  </a:lnTo>
                  <a:lnTo>
                    <a:pt x="4176268" y="14859"/>
                  </a:lnTo>
                  <a:lnTo>
                    <a:pt x="4160139" y="3987"/>
                  </a:lnTo>
                  <a:lnTo>
                    <a:pt x="4140365" y="0"/>
                  </a:lnTo>
                  <a:lnTo>
                    <a:pt x="50761" y="0"/>
                  </a:lnTo>
                  <a:lnTo>
                    <a:pt x="30975" y="3987"/>
                  </a:lnTo>
                  <a:lnTo>
                    <a:pt x="14846" y="14859"/>
                  </a:lnTo>
                  <a:lnTo>
                    <a:pt x="3975" y="30988"/>
                  </a:lnTo>
                  <a:lnTo>
                    <a:pt x="0" y="50761"/>
                  </a:lnTo>
                  <a:lnTo>
                    <a:pt x="0" y="153009"/>
                  </a:lnTo>
                  <a:lnTo>
                    <a:pt x="3975" y="172796"/>
                  </a:lnTo>
                  <a:lnTo>
                    <a:pt x="14846" y="188925"/>
                  </a:lnTo>
                  <a:lnTo>
                    <a:pt x="30975" y="199783"/>
                  </a:lnTo>
                  <a:lnTo>
                    <a:pt x="50761" y="203758"/>
                  </a:lnTo>
                  <a:lnTo>
                    <a:pt x="4140365" y="203758"/>
                  </a:lnTo>
                  <a:lnTo>
                    <a:pt x="4160139" y="199783"/>
                  </a:lnTo>
                  <a:lnTo>
                    <a:pt x="4176268" y="188925"/>
                  </a:lnTo>
                  <a:lnTo>
                    <a:pt x="4187126" y="172796"/>
                  </a:lnTo>
                  <a:lnTo>
                    <a:pt x="4191114" y="153009"/>
                  </a:lnTo>
                  <a:lnTo>
                    <a:pt x="4191114" y="50761"/>
                  </a:lnTo>
                  <a:close/>
                </a:path>
              </a:pathLst>
            </a:custGeom>
            <a:solidFill>
              <a:srgbClr val="F49D0A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943600" y="6895795"/>
              <a:ext cx="4217035" cy="280035"/>
            </a:xfrm>
            <a:custGeom>
              <a:avLst/>
              <a:gdLst/>
              <a:ahLst/>
              <a:cxnLst/>
              <a:rect l="l" t="t" r="r" b="b"/>
              <a:pathLst>
                <a:path w="4217034" h="280034">
                  <a:moveTo>
                    <a:pt x="4140365" y="0"/>
                  </a:moveTo>
                  <a:lnTo>
                    <a:pt x="75958" y="0"/>
                  </a:lnTo>
                  <a:lnTo>
                    <a:pt x="46323" y="6002"/>
                  </a:lnTo>
                  <a:lnTo>
                    <a:pt x="22186" y="22366"/>
                  </a:lnTo>
                  <a:lnTo>
                    <a:pt x="5946" y="46629"/>
                  </a:lnTo>
                  <a:lnTo>
                    <a:pt x="0" y="76326"/>
                  </a:lnTo>
                  <a:lnTo>
                    <a:pt x="0" y="203403"/>
                  </a:lnTo>
                  <a:lnTo>
                    <a:pt x="5946" y="233251"/>
                  </a:lnTo>
                  <a:lnTo>
                    <a:pt x="22186" y="257497"/>
                  </a:lnTo>
                  <a:lnTo>
                    <a:pt x="46323" y="273778"/>
                  </a:lnTo>
                  <a:lnTo>
                    <a:pt x="75958" y="279730"/>
                  </a:lnTo>
                  <a:lnTo>
                    <a:pt x="4140365" y="279730"/>
                  </a:lnTo>
                  <a:lnTo>
                    <a:pt x="4170055" y="273778"/>
                  </a:lnTo>
                  <a:lnTo>
                    <a:pt x="4194314" y="257497"/>
                  </a:lnTo>
                  <a:lnTo>
                    <a:pt x="4210677" y="233251"/>
                  </a:lnTo>
                  <a:lnTo>
                    <a:pt x="4216679" y="203403"/>
                  </a:lnTo>
                  <a:lnTo>
                    <a:pt x="4216679" y="76326"/>
                  </a:lnTo>
                  <a:lnTo>
                    <a:pt x="4210677" y="46629"/>
                  </a:lnTo>
                  <a:lnTo>
                    <a:pt x="4194314" y="22366"/>
                  </a:lnTo>
                  <a:lnTo>
                    <a:pt x="4170055" y="6002"/>
                  </a:lnTo>
                  <a:lnTo>
                    <a:pt x="4140365" y="0"/>
                  </a:lnTo>
                  <a:close/>
                </a:path>
              </a:pathLst>
            </a:custGeom>
            <a:solidFill>
              <a:srgbClr val="F49D0A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5956465" y="4560390"/>
            <a:ext cx="1543685" cy="1406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00" spc="-10" dirty="0">
                <a:solidFill>
                  <a:srgbClr val="6D7580"/>
                </a:solidFill>
                <a:latin typeface="Arial MT"/>
                <a:cs typeface="Arial MT"/>
              </a:rPr>
              <a:t>CAPABILITIES</a:t>
            </a:r>
            <a:endParaRPr sz="8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440"/>
              </a:spcBef>
              <a:buClr>
                <a:srgbClr val="F49D0A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Receives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wristbands</a:t>
            </a:r>
            <a:endParaRPr sz="9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930"/>
              </a:spcBef>
              <a:buClr>
                <a:srgbClr val="F49D0A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4-page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rotating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OLED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UI</a:t>
            </a:r>
            <a:endParaRPr sz="9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910"/>
              </a:spcBef>
              <a:buClr>
                <a:srgbClr val="F49D0A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NTP</a:t>
            </a:r>
            <a:r>
              <a:rPr sz="9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time-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sync</a:t>
            </a:r>
            <a:endParaRPr sz="9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930"/>
              </a:spcBef>
              <a:buClr>
                <a:srgbClr val="F49D0A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JSON</a:t>
            </a:r>
            <a:r>
              <a:rPr sz="9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9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cloud</a:t>
            </a:r>
            <a:r>
              <a:rPr sz="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backend</a:t>
            </a:r>
            <a:endParaRPr sz="900">
              <a:latin typeface="Arial MT"/>
              <a:cs typeface="Arial MT"/>
            </a:endParaRPr>
          </a:p>
          <a:p>
            <a:pPr marL="267335" indent="-179070">
              <a:lnSpc>
                <a:spcPct val="100000"/>
              </a:lnSpc>
              <a:spcBef>
                <a:spcPts val="910"/>
              </a:spcBef>
              <a:buClr>
                <a:srgbClr val="F49D0A"/>
              </a:buClr>
              <a:buFont typeface="Segoe UI Emoji"/>
              <a:buChar char="✓"/>
              <a:tabLst>
                <a:tab pos="26733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Offline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node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10506075" y="2057400"/>
            <a:ext cx="4591685" cy="5191760"/>
            <a:chOff x="10506075" y="2057400"/>
            <a:chExt cx="4591685" cy="5191760"/>
          </a:xfrm>
        </p:grpSpPr>
        <p:sp>
          <p:nvSpPr>
            <p:cNvPr id="104" name="object 104"/>
            <p:cNvSpPr/>
            <p:nvPr/>
          </p:nvSpPr>
          <p:spPr>
            <a:xfrm>
              <a:off x="10515600" y="2514600"/>
              <a:ext cx="4572635" cy="4725035"/>
            </a:xfrm>
            <a:custGeom>
              <a:avLst/>
              <a:gdLst/>
              <a:ahLst/>
              <a:cxnLst/>
              <a:rect l="l" t="t" r="r" b="b"/>
              <a:pathLst>
                <a:path w="4572634" h="4725034">
                  <a:moveTo>
                    <a:pt x="4445279" y="0"/>
                  </a:moveTo>
                  <a:lnTo>
                    <a:pt x="126720" y="0"/>
                  </a:lnTo>
                  <a:lnTo>
                    <a:pt x="77302" y="9927"/>
                  </a:lnTo>
                  <a:lnTo>
                    <a:pt x="37033" y="37033"/>
                  </a:lnTo>
                  <a:lnTo>
                    <a:pt x="9927" y="77302"/>
                  </a:lnTo>
                  <a:lnTo>
                    <a:pt x="0" y="126720"/>
                  </a:lnTo>
                  <a:lnTo>
                    <a:pt x="0" y="4597565"/>
                  </a:lnTo>
                  <a:lnTo>
                    <a:pt x="9927" y="4647033"/>
                  </a:lnTo>
                  <a:lnTo>
                    <a:pt x="37033" y="4687425"/>
                  </a:lnTo>
                  <a:lnTo>
                    <a:pt x="77302" y="4714656"/>
                  </a:lnTo>
                  <a:lnTo>
                    <a:pt x="126720" y="4724641"/>
                  </a:lnTo>
                  <a:lnTo>
                    <a:pt x="4445279" y="4724641"/>
                  </a:lnTo>
                  <a:lnTo>
                    <a:pt x="4494753" y="4714656"/>
                  </a:lnTo>
                  <a:lnTo>
                    <a:pt x="4535144" y="4687425"/>
                  </a:lnTo>
                  <a:lnTo>
                    <a:pt x="4562372" y="4647033"/>
                  </a:lnTo>
                  <a:lnTo>
                    <a:pt x="4572355" y="4597565"/>
                  </a:lnTo>
                  <a:lnTo>
                    <a:pt x="4572355" y="126720"/>
                  </a:lnTo>
                  <a:lnTo>
                    <a:pt x="4562372" y="77302"/>
                  </a:lnTo>
                  <a:lnTo>
                    <a:pt x="4535144" y="37033"/>
                  </a:lnTo>
                  <a:lnTo>
                    <a:pt x="4494753" y="9927"/>
                  </a:lnTo>
                  <a:lnTo>
                    <a:pt x="4445279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515600" y="2514600"/>
              <a:ext cx="4572635" cy="4725035"/>
            </a:xfrm>
            <a:custGeom>
              <a:avLst/>
              <a:gdLst/>
              <a:ahLst/>
              <a:cxnLst/>
              <a:rect l="l" t="t" r="r" b="b"/>
              <a:pathLst>
                <a:path w="4572634" h="4725034">
                  <a:moveTo>
                    <a:pt x="126720" y="4724641"/>
                  </a:moveTo>
                  <a:lnTo>
                    <a:pt x="4445279" y="4724641"/>
                  </a:lnTo>
                  <a:lnTo>
                    <a:pt x="4494753" y="4714656"/>
                  </a:lnTo>
                  <a:lnTo>
                    <a:pt x="4535144" y="4687425"/>
                  </a:lnTo>
                  <a:lnTo>
                    <a:pt x="4562372" y="4647033"/>
                  </a:lnTo>
                  <a:lnTo>
                    <a:pt x="4572355" y="4597565"/>
                  </a:lnTo>
                  <a:lnTo>
                    <a:pt x="4572355" y="126720"/>
                  </a:lnTo>
                  <a:lnTo>
                    <a:pt x="4562372" y="77302"/>
                  </a:lnTo>
                  <a:lnTo>
                    <a:pt x="4535144" y="37033"/>
                  </a:lnTo>
                  <a:lnTo>
                    <a:pt x="4494753" y="9927"/>
                  </a:lnTo>
                  <a:lnTo>
                    <a:pt x="4445279" y="0"/>
                  </a:lnTo>
                  <a:lnTo>
                    <a:pt x="126720" y="0"/>
                  </a:lnTo>
                  <a:lnTo>
                    <a:pt x="77302" y="9927"/>
                  </a:lnTo>
                  <a:lnTo>
                    <a:pt x="37033" y="37033"/>
                  </a:lnTo>
                  <a:lnTo>
                    <a:pt x="9927" y="77302"/>
                  </a:lnTo>
                  <a:lnTo>
                    <a:pt x="0" y="126720"/>
                  </a:lnTo>
                  <a:lnTo>
                    <a:pt x="0" y="4597565"/>
                  </a:lnTo>
                  <a:lnTo>
                    <a:pt x="9927" y="4647033"/>
                  </a:lnTo>
                  <a:lnTo>
                    <a:pt x="37033" y="4687425"/>
                  </a:lnTo>
                  <a:lnTo>
                    <a:pt x="77302" y="4714656"/>
                  </a:lnTo>
                  <a:lnTo>
                    <a:pt x="126720" y="4724641"/>
                  </a:lnTo>
                  <a:close/>
                </a:path>
              </a:pathLst>
            </a:custGeom>
            <a:ln w="1871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0515600" y="2057400"/>
              <a:ext cx="4572635" cy="457834"/>
            </a:xfrm>
            <a:custGeom>
              <a:avLst/>
              <a:gdLst/>
              <a:ahLst/>
              <a:cxnLst/>
              <a:rect l="l" t="t" r="r" b="b"/>
              <a:pathLst>
                <a:path w="4572634" h="457835">
                  <a:moveTo>
                    <a:pt x="4572355" y="0"/>
                  </a:moveTo>
                  <a:lnTo>
                    <a:pt x="0" y="0"/>
                  </a:lnTo>
                  <a:lnTo>
                    <a:pt x="0" y="304914"/>
                  </a:lnTo>
                  <a:lnTo>
                    <a:pt x="7749" y="353278"/>
                  </a:lnTo>
                  <a:lnTo>
                    <a:pt x="29340" y="395194"/>
                  </a:lnTo>
                  <a:lnTo>
                    <a:pt x="62284" y="428192"/>
                  </a:lnTo>
                  <a:lnTo>
                    <a:pt x="104095" y="449803"/>
                  </a:lnTo>
                  <a:lnTo>
                    <a:pt x="152285" y="457555"/>
                  </a:lnTo>
                  <a:lnTo>
                    <a:pt x="4419714" y="457555"/>
                  </a:lnTo>
                  <a:lnTo>
                    <a:pt x="4467941" y="449803"/>
                  </a:lnTo>
                  <a:lnTo>
                    <a:pt x="4509840" y="428192"/>
                  </a:lnTo>
                  <a:lnTo>
                    <a:pt x="4542890" y="395194"/>
                  </a:lnTo>
                  <a:lnTo>
                    <a:pt x="4564569" y="353278"/>
                  </a:lnTo>
                  <a:lnTo>
                    <a:pt x="4572355" y="304914"/>
                  </a:lnTo>
                  <a:lnTo>
                    <a:pt x="457235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7562774" y="6934225"/>
            <a:ext cx="9798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49D0A"/>
                </a:solidFill>
                <a:latin typeface="Arial MT"/>
                <a:cs typeface="Arial MT"/>
              </a:rPr>
              <a:t>COGS:</a:t>
            </a:r>
            <a:r>
              <a:rPr sz="1100" spc="40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9D0A"/>
                </a:solidFill>
                <a:latin typeface="Segoe UI Emoji"/>
                <a:cs typeface="Segoe UI Emoji"/>
              </a:rPr>
              <a:t>■</a:t>
            </a:r>
            <a:r>
              <a:rPr sz="1100" spc="-10" dirty="0">
                <a:solidFill>
                  <a:srgbClr val="F49D0A"/>
                </a:solidFill>
                <a:latin typeface="Arial MT"/>
                <a:cs typeface="Arial MT"/>
              </a:rPr>
              <a:t>3,200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2217577" y="2146223"/>
            <a:ext cx="1272540" cy="362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C1016"/>
                </a:solidFill>
                <a:latin typeface="Arial MT"/>
                <a:cs typeface="Arial MT"/>
              </a:rPr>
              <a:t>DISPENSER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Medication</a:t>
            </a:r>
            <a:r>
              <a:rPr sz="800" spc="-55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000066"/>
                </a:solidFill>
                <a:latin typeface="Arial MT"/>
                <a:cs typeface="Arial MT"/>
              </a:rPr>
              <a:t>Automation</a:t>
            </a:r>
            <a:r>
              <a:rPr sz="800" spc="-50" dirty="0">
                <a:solidFill>
                  <a:srgbClr val="00006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000066"/>
                </a:solidFill>
                <a:latin typeface="Arial MT"/>
                <a:cs typeface="Arial MT"/>
              </a:rPr>
              <a:t>Unit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09" name="object 10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762919" y="2965323"/>
            <a:ext cx="64084" cy="63715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762919" y="3168357"/>
            <a:ext cx="64084" cy="64084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762919" y="3371761"/>
            <a:ext cx="64084" cy="63715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762919" y="3574796"/>
            <a:ext cx="64084" cy="64084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762919" y="3778199"/>
            <a:ext cx="64084" cy="63715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762919" y="3981234"/>
            <a:ext cx="64084" cy="63728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762919" y="4184637"/>
            <a:ext cx="64084" cy="63728"/>
          </a:xfrm>
          <a:prstGeom prst="rect">
            <a:avLst/>
          </a:prstGeom>
        </p:spPr>
      </p:pic>
      <p:grpSp>
        <p:nvGrpSpPr>
          <p:cNvPr id="116" name="object 116"/>
          <p:cNvGrpSpPr/>
          <p:nvPr/>
        </p:nvGrpSpPr>
        <p:grpSpPr>
          <a:xfrm>
            <a:off x="10693082" y="4540134"/>
            <a:ext cx="4217035" cy="1442085"/>
            <a:chOff x="10693082" y="4540134"/>
            <a:chExt cx="4217035" cy="1442085"/>
          </a:xfrm>
        </p:grpSpPr>
        <p:sp>
          <p:nvSpPr>
            <p:cNvPr id="117" name="object 117"/>
            <p:cNvSpPr/>
            <p:nvPr/>
          </p:nvSpPr>
          <p:spPr>
            <a:xfrm>
              <a:off x="10693082" y="4546434"/>
              <a:ext cx="4217035" cy="0"/>
            </a:xfrm>
            <a:custGeom>
              <a:avLst/>
              <a:gdLst/>
              <a:ahLst/>
              <a:cxnLst/>
              <a:rect l="l" t="t" r="r" b="b"/>
              <a:pathLst>
                <a:path w="4217034">
                  <a:moveTo>
                    <a:pt x="0" y="0"/>
                  </a:moveTo>
                  <a:lnTo>
                    <a:pt x="4216679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693082" y="4762436"/>
              <a:ext cx="4191635" cy="1219835"/>
            </a:xfrm>
            <a:custGeom>
              <a:avLst/>
              <a:gdLst/>
              <a:ahLst/>
              <a:cxnLst/>
              <a:rect l="l" t="t" r="r" b="b"/>
              <a:pathLst>
                <a:path w="4191634" h="1219835">
                  <a:moveTo>
                    <a:pt x="4191482" y="1067041"/>
                  </a:moveTo>
                  <a:lnTo>
                    <a:pt x="4187494" y="1047216"/>
                  </a:lnTo>
                  <a:lnTo>
                    <a:pt x="4176623" y="1030960"/>
                  </a:lnTo>
                  <a:lnTo>
                    <a:pt x="4160494" y="1019962"/>
                  </a:lnTo>
                  <a:lnTo>
                    <a:pt x="4140720" y="1015923"/>
                  </a:lnTo>
                  <a:lnTo>
                    <a:pt x="51117" y="1015923"/>
                  </a:lnTo>
                  <a:lnTo>
                    <a:pt x="31127" y="1019962"/>
                  </a:lnTo>
                  <a:lnTo>
                    <a:pt x="14884" y="1030960"/>
                  </a:lnTo>
                  <a:lnTo>
                    <a:pt x="3987" y="1047216"/>
                  </a:lnTo>
                  <a:lnTo>
                    <a:pt x="0" y="1067041"/>
                  </a:lnTo>
                  <a:lnTo>
                    <a:pt x="0" y="1168565"/>
                  </a:lnTo>
                  <a:lnTo>
                    <a:pt x="3987" y="1188351"/>
                  </a:lnTo>
                  <a:lnTo>
                    <a:pt x="14884" y="1204480"/>
                  </a:lnTo>
                  <a:lnTo>
                    <a:pt x="31127" y="1215351"/>
                  </a:lnTo>
                  <a:lnTo>
                    <a:pt x="51117" y="1219327"/>
                  </a:lnTo>
                  <a:lnTo>
                    <a:pt x="4140720" y="1219327"/>
                  </a:lnTo>
                  <a:lnTo>
                    <a:pt x="4160494" y="1215351"/>
                  </a:lnTo>
                  <a:lnTo>
                    <a:pt x="4176623" y="1204480"/>
                  </a:lnTo>
                  <a:lnTo>
                    <a:pt x="4187494" y="1188351"/>
                  </a:lnTo>
                  <a:lnTo>
                    <a:pt x="4191482" y="1168565"/>
                  </a:lnTo>
                  <a:lnTo>
                    <a:pt x="4191482" y="1067041"/>
                  </a:lnTo>
                  <a:close/>
                </a:path>
                <a:path w="4191634" h="1219835">
                  <a:moveTo>
                    <a:pt x="4191482" y="812520"/>
                  </a:moveTo>
                  <a:lnTo>
                    <a:pt x="4187494" y="792746"/>
                  </a:lnTo>
                  <a:lnTo>
                    <a:pt x="4176623" y="776617"/>
                  </a:lnTo>
                  <a:lnTo>
                    <a:pt x="4160494" y="765746"/>
                  </a:lnTo>
                  <a:lnTo>
                    <a:pt x="4140720" y="761758"/>
                  </a:lnTo>
                  <a:lnTo>
                    <a:pt x="51117" y="761758"/>
                  </a:lnTo>
                  <a:lnTo>
                    <a:pt x="31127" y="765746"/>
                  </a:lnTo>
                  <a:lnTo>
                    <a:pt x="14884" y="776617"/>
                  </a:lnTo>
                  <a:lnTo>
                    <a:pt x="3987" y="792746"/>
                  </a:lnTo>
                  <a:lnTo>
                    <a:pt x="0" y="812520"/>
                  </a:lnTo>
                  <a:lnTo>
                    <a:pt x="0" y="914768"/>
                  </a:lnTo>
                  <a:lnTo>
                    <a:pt x="3987" y="934554"/>
                  </a:lnTo>
                  <a:lnTo>
                    <a:pt x="14884" y="950683"/>
                  </a:lnTo>
                  <a:lnTo>
                    <a:pt x="31127" y="961542"/>
                  </a:lnTo>
                  <a:lnTo>
                    <a:pt x="51117" y="965517"/>
                  </a:lnTo>
                  <a:lnTo>
                    <a:pt x="4140720" y="965517"/>
                  </a:lnTo>
                  <a:lnTo>
                    <a:pt x="4160494" y="961542"/>
                  </a:lnTo>
                  <a:lnTo>
                    <a:pt x="4176623" y="950683"/>
                  </a:lnTo>
                  <a:lnTo>
                    <a:pt x="4187494" y="934554"/>
                  </a:lnTo>
                  <a:lnTo>
                    <a:pt x="4191482" y="914768"/>
                  </a:lnTo>
                  <a:lnTo>
                    <a:pt x="4191482" y="812520"/>
                  </a:lnTo>
                  <a:close/>
                </a:path>
                <a:path w="4191634" h="1219835">
                  <a:moveTo>
                    <a:pt x="4191482" y="558723"/>
                  </a:moveTo>
                  <a:lnTo>
                    <a:pt x="4187494" y="538949"/>
                  </a:lnTo>
                  <a:lnTo>
                    <a:pt x="4176623" y="522820"/>
                  </a:lnTo>
                  <a:lnTo>
                    <a:pt x="4160494" y="511949"/>
                  </a:lnTo>
                  <a:lnTo>
                    <a:pt x="4140720" y="507961"/>
                  </a:lnTo>
                  <a:lnTo>
                    <a:pt x="51117" y="507961"/>
                  </a:lnTo>
                  <a:lnTo>
                    <a:pt x="31127" y="511949"/>
                  </a:lnTo>
                  <a:lnTo>
                    <a:pt x="14884" y="522820"/>
                  </a:lnTo>
                  <a:lnTo>
                    <a:pt x="3987" y="538949"/>
                  </a:lnTo>
                  <a:lnTo>
                    <a:pt x="0" y="558723"/>
                  </a:lnTo>
                  <a:lnTo>
                    <a:pt x="0" y="660603"/>
                  </a:lnTo>
                  <a:lnTo>
                    <a:pt x="3987" y="680389"/>
                  </a:lnTo>
                  <a:lnTo>
                    <a:pt x="14884" y="696518"/>
                  </a:lnTo>
                  <a:lnTo>
                    <a:pt x="31127" y="707390"/>
                  </a:lnTo>
                  <a:lnTo>
                    <a:pt x="51117" y="711365"/>
                  </a:lnTo>
                  <a:lnTo>
                    <a:pt x="4140720" y="711365"/>
                  </a:lnTo>
                  <a:lnTo>
                    <a:pt x="4160494" y="707390"/>
                  </a:lnTo>
                  <a:lnTo>
                    <a:pt x="4176623" y="696518"/>
                  </a:lnTo>
                  <a:lnTo>
                    <a:pt x="4187494" y="680389"/>
                  </a:lnTo>
                  <a:lnTo>
                    <a:pt x="4191482" y="660603"/>
                  </a:lnTo>
                  <a:lnTo>
                    <a:pt x="4191482" y="558723"/>
                  </a:lnTo>
                  <a:close/>
                </a:path>
                <a:path w="4191634" h="1219835">
                  <a:moveTo>
                    <a:pt x="4191482" y="304558"/>
                  </a:moveTo>
                  <a:lnTo>
                    <a:pt x="4187494" y="284784"/>
                  </a:lnTo>
                  <a:lnTo>
                    <a:pt x="4176623" y="268655"/>
                  </a:lnTo>
                  <a:lnTo>
                    <a:pt x="4160494" y="257797"/>
                  </a:lnTo>
                  <a:lnTo>
                    <a:pt x="4140720" y="253809"/>
                  </a:lnTo>
                  <a:lnTo>
                    <a:pt x="51117" y="253809"/>
                  </a:lnTo>
                  <a:lnTo>
                    <a:pt x="31127" y="257797"/>
                  </a:lnTo>
                  <a:lnTo>
                    <a:pt x="14884" y="268655"/>
                  </a:lnTo>
                  <a:lnTo>
                    <a:pt x="3987" y="284784"/>
                  </a:lnTo>
                  <a:lnTo>
                    <a:pt x="0" y="304558"/>
                  </a:lnTo>
                  <a:lnTo>
                    <a:pt x="0" y="406438"/>
                  </a:lnTo>
                  <a:lnTo>
                    <a:pt x="3987" y="426440"/>
                  </a:lnTo>
                  <a:lnTo>
                    <a:pt x="14884" y="442671"/>
                  </a:lnTo>
                  <a:lnTo>
                    <a:pt x="31127" y="453580"/>
                  </a:lnTo>
                  <a:lnTo>
                    <a:pt x="51117" y="457568"/>
                  </a:lnTo>
                  <a:lnTo>
                    <a:pt x="4140720" y="457568"/>
                  </a:lnTo>
                  <a:lnTo>
                    <a:pt x="4160494" y="453580"/>
                  </a:lnTo>
                  <a:lnTo>
                    <a:pt x="4176623" y="442671"/>
                  </a:lnTo>
                  <a:lnTo>
                    <a:pt x="4187494" y="426440"/>
                  </a:lnTo>
                  <a:lnTo>
                    <a:pt x="4191482" y="406438"/>
                  </a:lnTo>
                  <a:lnTo>
                    <a:pt x="4191482" y="304558"/>
                  </a:lnTo>
                  <a:close/>
                </a:path>
                <a:path w="4191634" h="1219835">
                  <a:moveTo>
                    <a:pt x="4191482" y="51117"/>
                  </a:moveTo>
                  <a:lnTo>
                    <a:pt x="4187494" y="31292"/>
                  </a:lnTo>
                  <a:lnTo>
                    <a:pt x="4176623" y="15036"/>
                  </a:lnTo>
                  <a:lnTo>
                    <a:pt x="4160494" y="4038"/>
                  </a:lnTo>
                  <a:lnTo>
                    <a:pt x="4140720" y="0"/>
                  </a:lnTo>
                  <a:lnTo>
                    <a:pt x="51117" y="0"/>
                  </a:lnTo>
                  <a:lnTo>
                    <a:pt x="31127" y="4038"/>
                  </a:lnTo>
                  <a:lnTo>
                    <a:pt x="14884" y="15036"/>
                  </a:lnTo>
                  <a:lnTo>
                    <a:pt x="3987" y="31292"/>
                  </a:lnTo>
                  <a:lnTo>
                    <a:pt x="0" y="51117"/>
                  </a:lnTo>
                  <a:lnTo>
                    <a:pt x="0" y="152641"/>
                  </a:lnTo>
                  <a:lnTo>
                    <a:pt x="3987" y="172427"/>
                  </a:lnTo>
                  <a:lnTo>
                    <a:pt x="14884" y="188556"/>
                  </a:lnTo>
                  <a:lnTo>
                    <a:pt x="31127" y="199428"/>
                  </a:lnTo>
                  <a:lnTo>
                    <a:pt x="51117" y="203403"/>
                  </a:lnTo>
                  <a:lnTo>
                    <a:pt x="4140720" y="203403"/>
                  </a:lnTo>
                  <a:lnTo>
                    <a:pt x="4160494" y="199428"/>
                  </a:lnTo>
                  <a:lnTo>
                    <a:pt x="4176623" y="188556"/>
                  </a:lnTo>
                  <a:lnTo>
                    <a:pt x="4187494" y="172427"/>
                  </a:lnTo>
                  <a:lnTo>
                    <a:pt x="4191482" y="152641"/>
                  </a:lnTo>
                  <a:lnTo>
                    <a:pt x="4191482" y="51117"/>
                  </a:lnTo>
                  <a:close/>
                </a:path>
              </a:pathLst>
            </a:custGeom>
            <a:solidFill>
              <a:srgbClr val="EE4343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10705934" y="2669655"/>
            <a:ext cx="1565275" cy="16332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spc="-10" dirty="0">
                <a:solidFill>
                  <a:srgbClr val="6D7580"/>
                </a:solidFill>
                <a:latin typeface="Arial MT"/>
                <a:cs typeface="Arial MT"/>
              </a:rPr>
              <a:t>COMPONENTS</a:t>
            </a:r>
            <a:endParaRPr sz="8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4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NodeMCU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ESP8266</a:t>
            </a:r>
            <a:endParaRPr sz="900">
              <a:latin typeface="Arial MT"/>
              <a:cs typeface="Arial MT"/>
            </a:endParaRPr>
          </a:p>
          <a:p>
            <a:pPr marL="241300" marR="172720">
              <a:lnSpc>
                <a:spcPct val="147900"/>
              </a:lnSpc>
              <a:spcBef>
                <a:spcPts val="1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DS3231 RTC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module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6x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SG90 servo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motors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Active buzzer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alert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ESP-NOW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receiver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RGB status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LED</a:t>
            </a:r>
            <a:endParaRPr sz="9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2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Hand-soldered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perf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board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10693082" y="6895795"/>
            <a:ext cx="4217035" cy="280035"/>
          </a:xfrm>
          <a:custGeom>
            <a:avLst/>
            <a:gdLst/>
            <a:ahLst/>
            <a:cxnLst/>
            <a:rect l="l" t="t" r="r" b="b"/>
            <a:pathLst>
              <a:path w="4217034" h="280034">
                <a:moveTo>
                  <a:pt x="4140720" y="0"/>
                </a:moveTo>
                <a:lnTo>
                  <a:pt x="76314" y="0"/>
                </a:lnTo>
                <a:lnTo>
                  <a:pt x="46623" y="6002"/>
                </a:lnTo>
                <a:lnTo>
                  <a:pt x="22364" y="22366"/>
                </a:lnTo>
                <a:lnTo>
                  <a:pt x="6001" y="46629"/>
                </a:lnTo>
                <a:lnTo>
                  <a:pt x="0" y="76326"/>
                </a:lnTo>
                <a:lnTo>
                  <a:pt x="0" y="203403"/>
                </a:lnTo>
                <a:lnTo>
                  <a:pt x="6001" y="233251"/>
                </a:lnTo>
                <a:lnTo>
                  <a:pt x="22364" y="257497"/>
                </a:lnTo>
                <a:lnTo>
                  <a:pt x="46623" y="273778"/>
                </a:lnTo>
                <a:lnTo>
                  <a:pt x="76314" y="279730"/>
                </a:lnTo>
                <a:lnTo>
                  <a:pt x="4140720" y="279730"/>
                </a:lnTo>
                <a:lnTo>
                  <a:pt x="4170411" y="273778"/>
                </a:lnTo>
                <a:lnTo>
                  <a:pt x="4194670" y="257497"/>
                </a:lnTo>
                <a:lnTo>
                  <a:pt x="4211033" y="233251"/>
                </a:lnTo>
                <a:lnTo>
                  <a:pt x="4217035" y="203403"/>
                </a:lnTo>
                <a:lnTo>
                  <a:pt x="4217035" y="76326"/>
                </a:lnTo>
                <a:lnTo>
                  <a:pt x="4211033" y="46629"/>
                </a:lnTo>
                <a:lnTo>
                  <a:pt x="4194670" y="22366"/>
                </a:lnTo>
                <a:lnTo>
                  <a:pt x="4170411" y="6002"/>
                </a:lnTo>
                <a:lnTo>
                  <a:pt x="4140720" y="0"/>
                </a:lnTo>
                <a:close/>
              </a:path>
            </a:pathLst>
          </a:custGeom>
          <a:solidFill>
            <a:srgbClr val="EE4343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10705934" y="4560390"/>
            <a:ext cx="1691639" cy="1406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00" spc="-10" dirty="0">
                <a:solidFill>
                  <a:srgbClr val="6D7580"/>
                </a:solidFill>
                <a:latin typeface="Arial MT"/>
                <a:cs typeface="Arial MT"/>
              </a:rPr>
              <a:t>CAPABILITIES</a:t>
            </a:r>
            <a:endParaRPr sz="800">
              <a:latin typeface="Arial MT"/>
              <a:cs typeface="Arial MT"/>
            </a:endParaRPr>
          </a:p>
          <a:p>
            <a:pPr marL="267970" indent="-179070">
              <a:lnSpc>
                <a:spcPct val="100000"/>
              </a:lnSpc>
              <a:spcBef>
                <a:spcPts val="440"/>
              </a:spcBef>
              <a:buClr>
                <a:srgbClr val="EE4343"/>
              </a:buClr>
              <a:buFont typeface="Segoe UI Emoji"/>
              <a:buChar char="✓"/>
              <a:tabLst>
                <a:tab pos="2679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medication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compartments</a:t>
            </a:r>
            <a:endParaRPr sz="900">
              <a:latin typeface="Arial MT"/>
              <a:cs typeface="Arial MT"/>
            </a:endParaRPr>
          </a:p>
          <a:p>
            <a:pPr marL="267970" indent="-179070">
              <a:lnSpc>
                <a:spcPct val="100000"/>
              </a:lnSpc>
              <a:spcBef>
                <a:spcPts val="930"/>
              </a:spcBef>
              <a:buClr>
                <a:srgbClr val="EE4343"/>
              </a:buClr>
              <a:buFont typeface="Segoe UI Emoji"/>
              <a:buChar char="✓"/>
              <a:tabLst>
                <a:tab pos="2679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RTC exact-time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dispense</a:t>
            </a:r>
            <a:endParaRPr sz="900">
              <a:latin typeface="Arial MT"/>
              <a:cs typeface="Arial MT"/>
            </a:endParaRPr>
          </a:p>
          <a:p>
            <a:pPr marL="267970" indent="-179070">
              <a:lnSpc>
                <a:spcPct val="100000"/>
              </a:lnSpc>
              <a:spcBef>
                <a:spcPts val="910"/>
              </a:spcBef>
              <a:buClr>
                <a:srgbClr val="EE4343"/>
              </a:buClr>
              <a:buFont typeface="Segoe UI Emoji"/>
              <a:buChar char="✓"/>
              <a:tabLst>
                <a:tab pos="2679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Proximity ESP-NOW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trigger</a:t>
            </a:r>
            <a:endParaRPr sz="900">
              <a:latin typeface="Arial MT"/>
              <a:cs typeface="Arial MT"/>
            </a:endParaRPr>
          </a:p>
          <a:p>
            <a:pPr marL="267970" indent="-179070">
              <a:lnSpc>
                <a:spcPct val="100000"/>
              </a:lnSpc>
              <a:spcBef>
                <a:spcPts val="930"/>
              </a:spcBef>
              <a:buClr>
                <a:srgbClr val="EE4343"/>
              </a:buClr>
              <a:buFont typeface="Segoe UI Emoji"/>
              <a:buChar char="✓"/>
              <a:tabLst>
                <a:tab pos="2679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Missed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dose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endParaRPr sz="900">
              <a:latin typeface="Arial MT"/>
              <a:cs typeface="Arial MT"/>
            </a:endParaRPr>
          </a:p>
          <a:p>
            <a:pPr marL="267970" indent="-179070">
              <a:lnSpc>
                <a:spcPct val="100000"/>
              </a:lnSpc>
              <a:spcBef>
                <a:spcPts val="910"/>
              </a:spcBef>
              <a:buClr>
                <a:srgbClr val="EE4343"/>
              </a:buClr>
              <a:buFont typeface="Segoe UI Emoji"/>
              <a:buChar char="✓"/>
              <a:tabLst>
                <a:tab pos="2679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Buzzer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pre-dispense</a:t>
            </a:r>
            <a:r>
              <a:rPr sz="9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alert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1012863" y="8162824"/>
            <a:ext cx="14230985" cy="705485"/>
            <a:chOff x="1012863" y="8162824"/>
            <a:chExt cx="14230985" cy="705485"/>
          </a:xfrm>
        </p:grpSpPr>
        <p:sp>
          <p:nvSpPr>
            <p:cNvPr id="123" name="object 123"/>
            <p:cNvSpPr/>
            <p:nvPr/>
          </p:nvSpPr>
          <p:spPr>
            <a:xfrm>
              <a:off x="1015923" y="8165884"/>
              <a:ext cx="14224635" cy="699135"/>
            </a:xfrm>
            <a:custGeom>
              <a:avLst/>
              <a:gdLst/>
              <a:ahLst/>
              <a:cxnLst/>
              <a:rect l="l" t="t" r="r" b="b"/>
              <a:pathLst>
                <a:path w="14224635" h="699134">
                  <a:moveTo>
                    <a:pt x="14097241" y="0"/>
                  </a:moveTo>
                  <a:lnTo>
                    <a:pt x="127076" y="0"/>
                  </a:lnTo>
                  <a:lnTo>
                    <a:pt x="77452" y="9982"/>
                  </a:lnTo>
                  <a:lnTo>
                    <a:pt x="37077" y="37211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572033"/>
                  </a:lnTo>
                  <a:lnTo>
                    <a:pt x="9932" y="621451"/>
                  </a:lnTo>
                  <a:lnTo>
                    <a:pt x="37077" y="661720"/>
                  </a:lnTo>
                  <a:lnTo>
                    <a:pt x="77452" y="688826"/>
                  </a:lnTo>
                  <a:lnTo>
                    <a:pt x="127076" y="698754"/>
                  </a:lnTo>
                  <a:lnTo>
                    <a:pt x="14097241" y="698754"/>
                  </a:lnTo>
                  <a:lnTo>
                    <a:pt x="14146709" y="688826"/>
                  </a:lnTo>
                  <a:lnTo>
                    <a:pt x="14187101" y="661720"/>
                  </a:lnTo>
                  <a:lnTo>
                    <a:pt x="14214332" y="621451"/>
                  </a:lnTo>
                  <a:lnTo>
                    <a:pt x="14224317" y="572033"/>
                  </a:lnTo>
                  <a:lnTo>
                    <a:pt x="14224317" y="127076"/>
                  </a:lnTo>
                  <a:lnTo>
                    <a:pt x="14214332" y="77602"/>
                  </a:lnTo>
                  <a:lnTo>
                    <a:pt x="14187101" y="37211"/>
                  </a:lnTo>
                  <a:lnTo>
                    <a:pt x="14146709" y="9982"/>
                  </a:lnTo>
                  <a:lnTo>
                    <a:pt x="14097241" y="0"/>
                  </a:lnTo>
                  <a:close/>
                </a:path>
              </a:pathLst>
            </a:custGeom>
            <a:solidFill>
              <a:srgbClr val="2F35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015923" y="8165884"/>
              <a:ext cx="14224635" cy="699135"/>
            </a:xfrm>
            <a:custGeom>
              <a:avLst/>
              <a:gdLst/>
              <a:ahLst/>
              <a:cxnLst/>
              <a:rect l="l" t="t" r="r" b="b"/>
              <a:pathLst>
                <a:path w="14224635" h="699134">
                  <a:moveTo>
                    <a:pt x="127076" y="698754"/>
                  </a:moveTo>
                  <a:lnTo>
                    <a:pt x="14097241" y="698754"/>
                  </a:lnTo>
                  <a:lnTo>
                    <a:pt x="14146709" y="688826"/>
                  </a:lnTo>
                  <a:lnTo>
                    <a:pt x="14187101" y="661720"/>
                  </a:lnTo>
                  <a:lnTo>
                    <a:pt x="14214332" y="621451"/>
                  </a:lnTo>
                  <a:lnTo>
                    <a:pt x="14224317" y="572033"/>
                  </a:lnTo>
                  <a:lnTo>
                    <a:pt x="14224317" y="127076"/>
                  </a:lnTo>
                  <a:lnTo>
                    <a:pt x="14214332" y="77602"/>
                  </a:lnTo>
                  <a:lnTo>
                    <a:pt x="14187101" y="37211"/>
                  </a:lnTo>
                  <a:lnTo>
                    <a:pt x="14146709" y="9982"/>
                  </a:lnTo>
                  <a:lnTo>
                    <a:pt x="14097241" y="0"/>
                  </a:lnTo>
                  <a:lnTo>
                    <a:pt x="127076" y="0"/>
                  </a:lnTo>
                  <a:lnTo>
                    <a:pt x="77452" y="9982"/>
                  </a:lnTo>
                  <a:lnTo>
                    <a:pt x="37077" y="37211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572033"/>
                  </a:lnTo>
                  <a:lnTo>
                    <a:pt x="9932" y="621451"/>
                  </a:lnTo>
                  <a:lnTo>
                    <a:pt x="37077" y="661720"/>
                  </a:lnTo>
                  <a:lnTo>
                    <a:pt x="77452" y="688826"/>
                  </a:lnTo>
                  <a:lnTo>
                    <a:pt x="127076" y="698754"/>
                  </a:lnTo>
                  <a:close/>
                </a:path>
              </a:pathLst>
            </a:custGeom>
            <a:ln w="611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12312624" y="6934225"/>
            <a:ext cx="9785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EE4343"/>
                </a:solidFill>
                <a:latin typeface="Arial MT"/>
                <a:cs typeface="Arial MT"/>
              </a:rPr>
              <a:t>COGS:</a:t>
            </a:r>
            <a:r>
              <a:rPr sz="1100" spc="35" dirty="0">
                <a:solidFill>
                  <a:srgbClr val="EE434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EE4343"/>
                </a:solidFill>
                <a:latin typeface="Segoe UI Emoji"/>
                <a:cs typeface="Segoe UI Emoji"/>
              </a:rPr>
              <a:t>■</a:t>
            </a:r>
            <a:r>
              <a:rPr sz="1100" spc="-10" dirty="0">
                <a:solidFill>
                  <a:srgbClr val="EE4343"/>
                </a:solidFill>
                <a:latin typeface="Arial MT"/>
                <a:cs typeface="Arial MT"/>
              </a:rPr>
              <a:t>1,800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811219" y="8331390"/>
            <a:ext cx="11557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Total</a:t>
            </a:r>
            <a:r>
              <a:rPr sz="11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system </a:t>
            </a:r>
            <a:r>
              <a:rPr sz="1100" spc="-20" dirty="0">
                <a:solidFill>
                  <a:srgbClr val="8A939D"/>
                </a:solidFill>
                <a:latin typeface="Arial MT"/>
                <a:cs typeface="Arial MT"/>
              </a:rPr>
              <a:t>cost: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228539" y="8264758"/>
            <a:ext cx="7362825" cy="4730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7,500</a:t>
            </a:r>
            <a:r>
              <a:rPr sz="1100" spc="130" dirty="0">
                <a:solidFill>
                  <a:srgbClr val="8A939D"/>
                </a:solidFill>
                <a:latin typeface="Arial MT"/>
                <a:cs typeface="Arial MT"/>
              </a:rPr>
              <a:t> 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·</a:t>
            </a:r>
            <a:r>
              <a:rPr sz="1100" spc="140" dirty="0">
                <a:solidFill>
                  <a:srgbClr val="8A939D"/>
                </a:solidFill>
                <a:latin typeface="Arial MT"/>
                <a:cs typeface="Arial MT"/>
              </a:rPr>
              <a:t> 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What</a:t>
            </a:r>
            <a:r>
              <a:rPr sz="11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it</a:t>
            </a:r>
            <a:r>
              <a:rPr sz="11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replaces:</a:t>
            </a:r>
            <a:r>
              <a:rPr sz="1100" spc="29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nurse</a:t>
            </a:r>
            <a:r>
              <a:rPr sz="1100" spc="28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+</a:t>
            </a:r>
            <a:r>
              <a:rPr sz="1100" spc="29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pharmacist</a:t>
            </a: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reminder</a:t>
            </a:r>
            <a:r>
              <a:rPr sz="1100" spc="28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+</a:t>
            </a:r>
            <a:r>
              <a:rPr sz="1100" spc="28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1</a:t>
            </a:r>
            <a:r>
              <a:rPr sz="11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paper</a:t>
            </a:r>
            <a:r>
              <a:rPr sz="11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logbook</a:t>
            </a:r>
            <a:r>
              <a:rPr sz="1100" spc="28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+</a:t>
            </a:r>
            <a:r>
              <a:rPr sz="1100" spc="28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pager</a:t>
            </a:r>
            <a:r>
              <a:rPr sz="1100" spc="28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+</a:t>
            </a:r>
            <a:r>
              <a:rPr sz="1100" spc="28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manual</a:t>
            </a: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8A939D"/>
                </a:solidFill>
                <a:latin typeface="Arial MT"/>
                <a:cs typeface="Arial MT"/>
              </a:rPr>
              <a:t>vitals</a:t>
            </a:r>
            <a:r>
              <a:rPr sz="11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chart</a:t>
            </a:r>
            <a:endParaRPr sz="1100">
              <a:latin typeface="Arial MT"/>
              <a:cs typeface="Arial MT"/>
            </a:endParaRPr>
          </a:p>
          <a:p>
            <a:pPr marL="118745">
              <a:lnSpc>
                <a:spcPct val="100000"/>
              </a:lnSpc>
              <a:spcBef>
                <a:spcPts val="475"/>
              </a:spcBef>
            </a:pP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Photographed</a:t>
            </a:r>
            <a:r>
              <a:rPr sz="1000" spc="4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and</a:t>
            </a:r>
            <a:r>
              <a:rPr sz="1000" spc="4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50" dirty="0">
                <a:solidFill>
                  <a:srgbClr val="00C8A6"/>
                </a:solidFill>
                <a:latin typeface="Arial MT"/>
                <a:cs typeface="Arial MT"/>
              </a:rPr>
              <a:t>working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—</a:t>
            </a:r>
            <a:r>
              <a:rPr sz="1000" spc="4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all</a:t>
            </a:r>
            <a:r>
              <a:rPr sz="1000" spc="4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three</a:t>
            </a:r>
            <a:r>
              <a:rPr sz="1000" spc="4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devices</a:t>
            </a:r>
            <a:r>
              <a:rPr sz="1000" spc="5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transmitting</a:t>
            </a:r>
            <a:r>
              <a:rPr sz="1000" spc="4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simultaneously</a:t>
            </a:r>
            <a:r>
              <a:rPr sz="1000" spc="4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as</a:t>
            </a:r>
            <a:r>
              <a:rPr sz="1000" spc="50" dirty="0">
                <a:solidFill>
                  <a:srgbClr val="00C8A6"/>
                </a:solidFill>
                <a:latin typeface="Arial MT"/>
                <a:cs typeface="Arial MT"/>
              </a:rPr>
              <a:t> you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read</a:t>
            </a:r>
            <a:r>
              <a:rPr sz="1000" spc="5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00C8A6"/>
                </a:solidFill>
                <a:latin typeface="Arial MT"/>
                <a:cs typeface="Arial MT"/>
              </a:rPr>
              <a:t>this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22085"/>
            <a:ext cx="76835" cy="3122295"/>
            <a:chOff x="0" y="6022085"/>
            <a:chExt cx="76835" cy="3122295"/>
          </a:xfrm>
        </p:grpSpPr>
        <p:sp>
          <p:nvSpPr>
            <p:cNvPr id="3" name="object 3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765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8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399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7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2166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6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7850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5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5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7485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5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3022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4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9364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570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387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2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204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2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1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0" y="4924805"/>
            <a:ext cx="76835" cy="1110615"/>
            <a:chOff x="0" y="4924805"/>
            <a:chExt cx="76835" cy="1110615"/>
          </a:xfrm>
        </p:grpSpPr>
        <p:sp>
          <p:nvSpPr>
            <p:cNvPr id="21" name="object 21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0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5473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0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5290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0" y="3644646"/>
            <a:ext cx="76835" cy="1293495"/>
            <a:chOff x="0" y="3644646"/>
            <a:chExt cx="76835" cy="1293495"/>
          </a:xfrm>
        </p:grpSpPr>
        <p:sp>
          <p:nvSpPr>
            <p:cNvPr id="28" name="object 28"/>
            <p:cNvSpPr/>
            <p:nvPr/>
          </p:nvSpPr>
          <p:spPr>
            <a:xfrm>
              <a:off x="0" y="4741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E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4193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40104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3827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C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C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0" y="2547366"/>
            <a:ext cx="76835" cy="1110615"/>
            <a:chOff x="0" y="2547366"/>
            <a:chExt cx="76835" cy="1110615"/>
          </a:xfrm>
        </p:grpSpPr>
        <p:sp>
          <p:nvSpPr>
            <p:cNvPr id="36" name="object 36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B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3278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B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B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2913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A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25473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9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0" y="1267205"/>
            <a:ext cx="76835" cy="1293495"/>
            <a:chOff x="0" y="1267205"/>
            <a:chExt cx="76835" cy="1293495"/>
          </a:xfrm>
        </p:grpSpPr>
        <p:sp>
          <p:nvSpPr>
            <p:cNvPr id="43" name="object 43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2181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1815845"/>
              <a:ext cx="76835" cy="379095"/>
            </a:xfrm>
            <a:custGeom>
              <a:avLst/>
              <a:gdLst/>
              <a:ahLst/>
              <a:cxnLst/>
              <a:rect l="l" t="t" r="r" b="b"/>
              <a:pathLst>
                <a:path w="76835" h="379094">
                  <a:moveTo>
                    <a:pt x="76314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0" y="196189"/>
                  </a:lnTo>
                  <a:lnTo>
                    <a:pt x="0" y="379069"/>
                  </a:lnTo>
                  <a:lnTo>
                    <a:pt x="76314" y="379069"/>
                  </a:lnTo>
                  <a:lnTo>
                    <a:pt x="76314" y="196189"/>
                  </a:lnTo>
                  <a:lnTo>
                    <a:pt x="76314" y="182880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8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7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1450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6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0" y="169926"/>
            <a:ext cx="76835" cy="1110615"/>
            <a:chOff x="0" y="169926"/>
            <a:chExt cx="76835" cy="1110615"/>
          </a:xfrm>
        </p:grpSpPr>
        <p:sp>
          <p:nvSpPr>
            <p:cNvPr id="50" name="object 50"/>
            <p:cNvSpPr/>
            <p:nvPr/>
          </p:nvSpPr>
          <p:spPr>
            <a:xfrm>
              <a:off x="0" y="10843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718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535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5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169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B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0" y="12"/>
            <a:ext cx="76835" cy="183515"/>
          </a:xfrm>
          <a:custGeom>
            <a:avLst/>
            <a:gdLst/>
            <a:ahLst/>
            <a:cxnLst/>
            <a:rect l="l" t="t" r="r" b="b"/>
            <a:pathLst>
              <a:path w="76835" h="183515">
                <a:moveTo>
                  <a:pt x="0" y="183222"/>
                </a:moveTo>
                <a:lnTo>
                  <a:pt x="76314" y="183222"/>
                </a:lnTo>
                <a:lnTo>
                  <a:pt x="76314" y="0"/>
                </a:lnTo>
                <a:lnTo>
                  <a:pt x="0" y="0"/>
                </a:lnTo>
                <a:lnTo>
                  <a:pt x="0" y="183222"/>
                </a:lnTo>
                <a:close/>
              </a:path>
            </a:pathLst>
          </a:custGeom>
          <a:solidFill>
            <a:srgbClr val="00B3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15923" y="393484"/>
            <a:ext cx="1296035" cy="305435"/>
          </a:xfrm>
          <a:custGeom>
            <a:avLst/>
            <a:gdLst/>
            <a:ahLst/>
            <a:cxnLst/>
            <a:rect l="l" t="t" r="r" b="b"/>
            <a:pathLst>
              <a:path w="1296035" h="305434">
                <a:moveTo>
                  <a:pt x="1219314" y="0"/>
                </a:moveTo>
                <a:lnTo>
                  <a:pt x="75958" y="0"/>
                </a:lnTo>
                <a:lnTo>
                  <a:pt x="46318" y="6007"/>
                </a:lnTo>
                <a:lnTo>
                  <a:pt x="22182" y="22409"/>
                </a:lnTo>
                <a:lnTo>
                  <a:pt x="5944" y="46773"/>
                </a:lnTo>
                <a:lnTo>
                  <a:pt x="0" y="76669"/>
                </a:lnTo>
                <a:lnTo>
                  <a:pt x="0" y="228955"/>
                </a:lnTo>
                <a:lnTo>
                  <a:pt x="5944" y="258651"/>
                </a:lnTo>
                <a:lnTo>
                  <a:pt x="22182" y="282909"/>
                </a:lnTo>
                <a:lnTo>
                  <a:pt x="46318" y="299269"/>
                </a:lnTo>
                <a:lnTo>
                  <a:pt x="75958" y="305269"/>
                </a:lnTo>
                <a:lnTo>
                  <a:pt x="1219314" y="305269"/>
                </a:lnTo>
                <a:lnTo>
                  <a:pt x="1249012" y="299269"/>
                </a:lnTo>
                <a:lnTo>
                  <a:pt x="1273275" y="282909"/>
                </a:lnTo>
                <a:lnTo>
                  <a:pt x="1289639" y="258651"/>
                </a:lnTo>
                <a:lnTo>
                  <a:pt x="1295641" y="228955"/>
                </a:lnTo>
                <a:lnTo>
                  <a:pt x="1295641" y="76669"/>
                </a:lnTo>
                <a:lnTo>
                  <a:pt x="1289639" y="46773"/>
                </a:lnTo>
                <a:lnTo>
                  <a:pt x="1273275" y="22409"/>
                </a:lnTo>
                <a:lnTo>
                  <a:pt x="1249012" y="6007"/>
                </a:lnTo>
                <a:lnTo>
                  <a:pt x="1219314" y="0"/>
                </a:lnTo>
                <a:close/>
              </a:path>
            </a:pathLst>
          </a:custGeom>
          <a:solidFill>
            <a:srgbClr val="00C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117701" y="471144"/>
            <a:ext cx="10941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C1016"/>
                </a:solidFill>
                <a:latin typeface="Arial MT"/>
                <a:cs typeface="Arial MT"/>
              </a:rPr>
              <a:t>NETWORK</a:t>
            </a:r>
            <a:r>
              <a:rPr sz="900" spc="35" dirty="0">
                <a:solidFill>
                  <a:srgbClr val="0C1016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C1016"/>
                </a:solidFill>
                <a:latin typeface="Arial MT"/>
                <a:cs typeface="Arial MT"/>
              </a:rPr>
              <a:t>EFFECT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008363" y="2557802"/>
            <a:ext cx="3952875" cy="2148840"/>
            <a:chOff x="1008363" y="2557802"/>
            <a:chExt cx="3952875" cy="2148840"/>
          </a:xfrm>
        </p:grpSpPr>
        <p:sp>
          <p:nvSpPr>
            <p:cNvPr id="60" name="object 60"/>
            <p:cNvSpPr/>
            <p:nvPr/>
          </p:nvSpPr>
          <p:spPr>
            <a:xfrm>
              <a:off x="1015923" y="2565361"/>
              <a:ext cx="3937635" cy="2134235"/>
            </a:xfrm>
            <a:custGeom>
              <a:avLst/>
              <a:gdLst/>
              <a:ahLst/>
              <a:cxnLst/>
              <a:rect l="l" t="t" r="r" b="b"/>
              <a:pathLst>
                <a:path w="3937635" h="2134235">
                  <a:moveTo>
                    <a:pt x="3810241" y="0"/>
                  </a:moveTo>
                  <a:lnTo>
                    <a:pt x="127076" y="0"/>
                  </a:lnTo>
                  <a:lnTo>
                    <a:pt x="77452" y="9927"/>
                  </a:lnTo>
                  <a:lnTo>
                    <a:pt x="37077" y="37033"/>
                  </a:lnTo>
                  <a:lnTo>
                    <a:pt x="9932" y="77302"/>
                  </a:lnTo>
                  <a:lnTo>
                    <a:pt x="0" y="126720"/>
                  </a:lnTo>
                  <a:lnTo>
                    <a:pt x="0" y="2006993"/>
                  </a:lnTo>
                  <a:lnTo>
                    <a:pt x="9932" y="2056411"/>
                  </a:lnTo>
                  <a:lnTo>
                    <a:pt x="37077" y="2096681"/>
                  </a:lnTo>
                  <a:lnTo>
                    <a:pt x="77452" y="2123786"/>
                  </a:lnTo>
                  <a:lnTo>
                    <a:pt x="127076" y="2133714"/>
                  </a:lnTo>
                  <a:lnTo>
                    <a:pt x="3810241" y="2133714"/>
                  </a:lnTo>
                  <a:lnTo>
                    <a:pt x="3859709" y="2123786"/>
                  </a:lnTo>
                  <a:lnTo>
                    <a:pt x="3900101" y="2096681"/>
                  </a:lnTo>
                  <a:lnTo>
                    <a:pt x="3927332" y="2056411"/>
                  </a:lnTo>
                  <a:lnTo>
                    <a:pt x="3937317" y="2006993"/>
                  </a:lnTo>
                  <a:lnTo>
                    <a:pt x="3937317" y="126720"/>
                  </a:lnTo>
                  <a:lnTo>
                    <a:pt x="3927332" y="77302"/>
                  </a:lnTo>
                  <a:lnTo>
                    <a:pt x="3900101" y="37033"/>
                  </a:lnTo>
                  <a:lnTo>
                    <a:pt x="3859709" y="9927"/>
                  </a:lnTo>
                  <a:lnTo>
                    <a:pt x="3810241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15923" y="2565361"/>
              <a:ext cx="3937635" cy="2134235"/>
            </a:xfrm>
            <a:custGeom>
              <a:avLst/>
              <a:gdLst/>
              <a:ahLst/>
              <a:cxnLst/>
              <a:rect l="l" t="t" r="r" b="b"/>
              <a:pathLst>
                <a:path w="3937635" h="2134235">
                  <a:moveTo>
                    <a:pt x="127076" y="2133714"/>
                  </a:moveTo>
                  <a:lnTo>
                    <a:pt x="3810241" y="2133714"/>
                  </a:lnTo>
                  <a:lnTo>
                    <a:pt x="3859709" y="2123786"/>
                  </a:lnTo>
                  <a:lnTo>
                    <a:pt x="3900101" y="2096681"/>
                  </a:lnTo>
                  <a:lnTo>
                    <a:pt x="3927332" y="2056411"/>
                  </a:lnTo>
                  <a:lnTo>
                    <a:pt x="3937317" y="2006993"/>
                  </a:lnTo>
                  <a:lnTo>
                    <a:pt x="3937317" y="126720"/>
                  </a:lnTo>
                  <a:lnTo>
                    <a:pt x="3927332" y="77302"/>
                  </a:lnTo>
                  <a:lnTo>
                    <a:pt x="3900101" y="37033"/>
                  </a:lnTo>
                  <a:lnTo>
                    <a:pt x="3859709" y="9927"/>
                  </a:lnTo>
                  <a:lnTo>
                    <a:pt x="3810241" y="0"/>
                  </a:lnTo>
                  <a:lnTo>
                    <a:pt x="127076" y="0"/>
                  </a:lnTo>
                  <a:lnTo>
                    <a:pt x="77452" y="9927"/>
                  </a:lnTo>
                  <a:lnTo>
                    <a:pt x="37077" y="37033"/>
                  </a:lnTo>
                  <a:lnTo>
                    <a:pt x="9932" y="77302"/>
                  </a:lnTo>
                  <a:lnTo>
                    <a:pt x="0" y="126720"/>
                  </a:lnTo>
                  <a:lnTo>
                    <a:pt x="0" y="2006993"/>
                  </a:lnTo>
                  <a:lnTo>
                    <a:pt x="9932" y="2056411"/>
                  </a:lnTo>
                  <a:lnTo>
                    <a:pt x="37077" y="2096681"/>
                  </a:lnTo>
                  <a:lnTo>
                    <a:pt x="77452" y="2123786"/>
                  </a:lnTo>
                  <a:lnTo>
                    <a:pt x="127076" y="2133714"/>
                  </a:lnTo>
                  <a:close/>
                </a:path>
              </a:pathLst>
            </a:custGeom>
            <a:ln w="151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15923" y="2565361"/>
              <a:ext cx="3937635" cy="2134235"/>
            </a:xfrm>
            <a:custGeom>
              <a:avLst/>
              <a:gdLst/>
              <a:ahLst/>
              <a:cxnLst/>
              <a:rect l="l" t="t" r="r" b="b"/>
              <a:pathLst>
                <a:path w="3937635" h="2134235">
                  <a:moveTo>
                    <a:pt x="3785031" y="0"/>
                  </a:moveTo>
                  <a:lnTo>
                    <a:pt x="152272" y="0"/>
                  </a:lnTo>
                  <a:lnTo>
                    <a:pt x="104088" y="7749"/>
                  </a:lnTo>
                  <a:lnTo>
                    <a:pt x="62281" y="29339"/>
                  </a:lnTo>
                  <a:lnTo>
                    <a:pt x="29339" y="62281"/>
                  </a:lnTo>
                  <a:lnTo>
                    <a:pt x="7749" y="104088"/>
                  </a:lnTo>
                  <a:lnTo>
                    <a:pt x="0" y="152273"/>
                  </a:lnTo>
                  <a:lnTo>
                    <a:pt x="0" y="1981441"/>
                  </a:lnTo>
                  <a:lnTo>
                    <a:pt x="7749" y="2029625"/>
                  </a:lnTo>
                  <a:lnTo>
                    <a:pt x="29339" y="2071432"/>
                  </a:lnTo>
                  <a:lnTo>
                    <a:pt x="62281" y="2104375"/>
                  </a:lnTo>
                  <a:lnTo>
                    <a:pt x="104088" y="2125964"/>
                  </a:lnTo>
                  <a:lnTo>
                    <a:pt x="152272" y="2133714"/>
                  </a:lnTo>
                  <a:lnTo>
                    <a:pt x="3785031" y="2133714"/>
                  </a:lnTo>
                  <a:lnTo>
                    <a:pt x="3833217" y="2125964"/>
                  </a:lnTo>
                  <a:lnTo>
                    <a:pt x="3875027" y="2104375"/>
                  </a:lnTo>
                  <a:lnTo>
                    <a:pt x="3907973" y="2071432"/>
                  </a:lnTo>
                  <a:lnTo>
                    <a:pt x="3929566" y="2029625"/>
                  </a:lnTo>
                  <a:lnTo>
                    <a:pt x="3937317" y="1981441"/>
                  </a:lnTo>
                  <a:lnTo>
                    <a:pt x="3937317" y="152273"/>
                  </a:lnTo>
                  <a:lnTo>
                    <a:pt x="3929566" y="104088"/>
                  </a:lnTo>
                  <a:lnTo>
                    <a:pt x="3907973" y="62281"/>
                  </a:lnTo>
                  <a:lnTo>
                    <a:pt x="3875027" y="29339"/>
                  </a:lnTo>
                  <a:lnTo>
                    <a:pt x="3833217" y="7749"/>
                  </a:lnTo>
                  <a:lnTo>
                    <a:pt x="3785031" y="0"/>
                  </a:lnTo>
                  <a:close/>
                </a:path>
              </a:pathLst>
            </a:custGeom>
            <a:solidFill>
              <a:srgbClr val="00C8A6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920682" y="327635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5">
                  <a:moveTo>
                    <a:pt x="0" y="0"/>
                  </a:moveTo>
                  <a:lnTo>
                    <a:pt x="63715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0"/>
              </a:spcBef>
            </a:pPr>
            <a:r>
              <a:rPr spc="100" dirty="0"/>
              <a:t>More</a:t>
            </a:r>
            <a:r>
              <a:rPr dirty="0"/>
              <a:t> </a:t>
            </a:r>
            <a:r>
              <a:rPr spc="135" dirty="0"/>
              <a:t>Patients</a:t>
            </a:r>
            <a:r>
              <a:rPr dirty="0"/>
              <a:t> </a:t>
            </a:r>
            <a:r>
              <a:rPr spc="-50" dirty="0"/>
              <a:t>= </a:t>
            </a:r>
            <a:r>
              <a:rPr spc="170" dirty="0">
                <a:solidFill>
                  <a:srgbClr val="00C8A6"/>
                </a:solidFill>
              </a:rPr>
              <a:t>Stronger</a:t>
            </a:r>
            <a:r>
              <a:rPr spc="5" dirty="0">
                <a:solidFill>
                  <a:srgbClr val="00C8A6"/>
                </a:solidFill>
              </a:rPr>
              <a:t> </a:t>
            </a:r>
            <a:r>
              <a:rPr spc="150" dirty="0">
                <a:solidFill>
                  <a:srgbClr val="00C8A6"/>
                </a:solidFill>
              </a:rPr>
              <a:t>Network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8A939D"/>
                </a:solidFill>
              </a:rPr>
              <a:t>The</a:t>
            </a:r>
            <a:r>
              <a:rPr sz="1200" spc="-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only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healthcare platform</a:t>
            </a:r>
            <a:r>
              <a:rPr sz="1200" spc="-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that</a:t>
            </a:r>
            <a:r>
              <a:rPr sz="1200" spc="-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gets</a:t>
            </a:r>
            <a:r>
              <a:rPr sz="1200" spc="-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better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as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more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people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use </a:t>
            </a:r>
            <a:r>
              <a:rPr sz="1200" spc="-25" dirty="0">
                <a:solidFill>
                  <a:srgbClr val="8A939D"/>
                </a:solidFill>
              </a:rPr>
              <a:t>it.</a:t>
            </a:r>
            <a:endParaRPr sz="1200"/>
          </a:p>
        </p:txBody>
      </p:sp>
      <p:sp>
        <p:nvSpPr>
          <p:cNvPr id="65" name="object 65"/>
          <p:cNvSpPr txBox="1"/>
          <p:nvPr/>
        </p:nvSpPr>
        <p:spPr>
          <a:xfrm>
            <a:off x="1774342" y="2466895"/>
            <a:ext cx="515620" cy="115506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575"/>
              </a:spcBef>
            </a:pPr>
            <a:r>
              <a:rPr sz="4800" spc="-50" dirty="0">
                <a:solidFill>
                  <a:srgbClr val="00C8A6"/>
                </a:solidFill>
                <a:latin typeface="Arial MT"/>
                <a:cs typeface="Arial MT"/>
              </a:rPr>
              <a:t>5</a:t>
            </a:r>
            <a:endParaRPr sz="4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patients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350693" y="2908338"/>
            <a:ext cx="2004695" cy="81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FFFFFF"/>
                </a:solidFill>
                <a:latin typeface="Arial MT"/>
                <a:cs typeface="Arial MT"/>
              </a:rPr>
              <a:t>km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Street</a:t>
            </a:r>
            <a:r>
              <a:rPr sz="1000" spc="-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/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lane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coverage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206682" y="2565361"/>
            <a:ext cx="3938270" cy="2134235"/>
          </a:xfrm>
          <a:custGeom>
            <a:avLst/>
            <a:gdLst/>
            <a:ahLst/>
            <a:cxnLst/>
            <a:rect l="l" t="t" r="r" b="b"/>
            <a:pathLst>
              <a:path w="3938270" h="2134235">
                <a:moveTo>
                  <a:pt x="3810596" y="0"/>
                </a:moveTo>
                <a:lnTo>
                  <a:pt x="127076" y="0"/>
                </a:lnTo>
                <a:lnTo>
                  <a:pt x="77607" y="9927"/>
                </a:lnTo>
                <a:lnTo>
                  <a:pt x="37215" y="37033"/>
                </a:lnTo>
                <a:lnTo>
                  <a:pt x="9984" y="77302"/>
                </a:lnTo>
                <a:lnTo>
                  <a:pt x="0" y="126720"/>
                </a:lnTo>
                <a:lnTo>
                  <a:pt x="0" y="2006993"/>
                </a:lnTo>
                <a:lnTo>
                  <a:pt x="9984" y="2056411"/>
                </a:lnTo>
                <a:lnTo>
                  <a:pt x="37215" y="2096681"/>
                </a:lnTo>
                <a:lnTo>
                  <a:pt x="77607" y="2123786"/>
                </a:lnTo>
                <a:lnTo>
                  <a:pt x="127076" y="2133714"/>
                </a:lnTo>
                <a:lnTo>
                  <a:pt x="3810596" y="2133714"/>
                </a:lnTo>
                <a:lnTo>
                  <a:pt x="3860070" y="2123786"/>
                </a:lnTo>
                <a:lnTo>
                  <a:pt x="3900462" y="2096681"/>
                </a:lnTo>
                <a:lnTo>
                  <a:pt x="3927690" y="2056411"/>
                </a:lnTo>
                <a:lnTo>
                  <a:pt x="3937673" y="2006993"/>
                </a:lnTo>
                <a:lnTo>
                  <a:pt x="3937673" y="126720"/>
                </a:lnTo>
                <a:lnTo>
                  <a:pt x="3927690" y="77302"/>
                </a:lnTo>
                <a:lnTo>
                  <a:pt x="3900462" y="37033"/>
                </a:lnTo>
                <a:lnTo>
                  <a:pt x="3860070" y="9927"/>
                </a:lnTo>
                <a:lnTo>
                  <a:pt x="3810596" y="0"/>
                </a:lnTo>
                <a:close/>
              </a:path>
            </a:pathLst>
          </a:custGeom>
          <a:solidFill>
            <a:srgbClr val="151A2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5199062" y="2557741"/>
            <a:ext cx="3953510" cy="2149475"/>
            <a:chOff x="5199062" y="2557741"/>
            <a:chExt cx="3953510" cy="2149475"/>
          </a:xfrm>
        </p:grpSpPr>
        <p:sp>
          <p:nvSpPr>
            <p:cNvPr id="69" name="object 69"/>
            <p:cNvSpPr/>
            <p:nvPr/>
          </p:nvSpPr>
          <p:spPr>
            <a:xfrm>
              <a:off x="5206682" y="2565361"/>
              <a:ext cx="3938270" cy="2134235"/>
            </a:xfrm>
            <a:custGeom>
              <a:avLst/>
              <a:gdLst/>
              <a:ahLst/>
              <a:cxnLst/>
              <a:rect l="l" t="t" r="r" b="b"/>
              <a:pathLst>
                <a:path w="3938270" h="2134235">
                  <a:moveTo>
                    <a:pt x="127076" y="2133714"/>
                  </a:moveTo>
                  <a:lnTo>
                    <a:pt x="3810596" y="2133714"/>
                  </a:lnTo>
                  <a:lnTo>
                    <a:pt x="3860070" y="2123786"/>
                  </a:lnTo>
                  <a:lnTo>
                    <a:pt x="3900462" y="2096681"/>
                  </a:lnTo>
                  <a:lnTo>
                    <a:pt x="3927690" y="2056411"/>
                  </a:lnTo>
                  <a:lnTo>
                    <a:pt x="3937673" y="2006993"/>
                  </a:lnTo>
                  <a:lnTo>
                    <a:pt x="3937673" y="126720"/>
                  </a:lnTo>
                  <a:lnTo>
                    <a:pt x="3927690" y="77302"/>
                  </a:lnTo>
                  <a:lnTo>
                    <a:pt x="3900462" y="37033"/>
                  </a:lnTo>
                  <a:lnTo>
                    <a:pt x="3860070" y="9927"/>
                  </a:lnTo>
                  <a:lnTo>
                    <a:pt x="3810596" y="0"/>
                  </a:lnTo>
                  <a:lnTo>
                    <a:pt x="127076" y="0"/>
                  </a:lnTo>
                  <a:lnTo>
                    <a:pt x="77607" y="9927"/>
                  </a:lnTo>
                  <a:lnTo>
                    <a:pt x="37215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006993"/>
                  </a:lnTo>
                  <a:lnTo>
                    <a:pt x="9984" y="2056411"/>
                  </a:lnTo>
                  <a:lnTo>
                    <a:pt x="37215" y="2096681"/>
                  </a:lnTo>
                  <a:lnTo>
                    <a:pt x="77607" y="2123786"/>
                  </a:lnTo>
                  <a:lnTo>
                    <a:pt x="127076" y="2133714"/>
                  </a:lnTo>
                  <a:close/>
                </a:path>
              </a:pathLst>
            </a:custGeom>
            <a:ln w="15119">
              <a:solidFill>
                <a:srgbClr val="00A7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206682" y="2565361"/>
              <a:ext cx="3938270" cy="2134235"/>
            </a:xfrm>
            <a:custGeom>
              <a:avLst/>
              <a:gdLst/>
              <a:ahLst/>
              <a:cxnLst/>
              <a:rect l="l" t="t" r="r" b="b"/>
              <a:pathLst>
                <a:path w="3938270" h="2134235">
                  <a:moveTo>
                    <a:pt x="3785031" y="0"/>
                  </a:moveTo>
                  <a:lnTo>
                    <a:pt x="152641" y="0"/>
                  </a:lnTo>
                  <a:lnTo>
                    <a:pt x="104418" y="7749"/>
                  </a:lnTo>
                  <a:lnTo>
                    <a:pt x="62520" y="29339"/>
                  </a:lnTo>
                  <a:lnTo>
                    <a:pt x="29468" y="62281"/>
                  </a:lnTo>
                  <a:lnTo>
                    <a:pt x="7787" y="104088"/>
                  </a:lnTo>
                  <a:lnTo>
                    <a:pt x="0" y="152273"/>
                  </a:lnTo>
                  <a:lnTo>
                    <a:pt x="0" y="1981441"/>
                  </a:lnTo>
                  <a:lnTo>
                    <a:pt x="7787" y="2029625"/>
                  </a:lnTo>
                  <a:lnTo>
                    <a:pt x="29468" y="2071432"/>
                  </a:lnTo>
                  <a:lnTo>
                    <a:pt x="62520" y="2104375"/>
                  </a:lnTo>
                  <a:lnTo>
                    <a:pt x="104418" y="2125964"/>
                  </a:lnTo>
                  <a:lnTo>
                    <a:pt x="152641" y="2133714"/>
                  </a:lnTo>
                  <a:lnTo>
                    <a:pt x="3785031" y="2133714"/>
                  </a:lnTo>
                  <a:lnTo>
                    <a:pt x="3833259" y="2125964"/>
                  </a:lnTo>
                  <a:lnTo>
                    <a:pt x="3875158" y="2104375"/>
                  </a:lnTo>
                  <a:lnTo>
                    <a:pt x="3908207" y="2071432"/>
                  </a:lnTo>
                  <a:lnTo>
                    <a:pt x="3929886" y="2029625"/>
                  </a:lnTo>
                  <a:lnTo>
                    <a:pt x="3937673" y="1981441"/>
                  </a:lnTo>
                  <a:lnTo>
                    <a:pt x="3937673" y="152273"/>
                  </a:lnTo>
                  <a:lnTo>
                    <a:pt x="3929886" y="104088"/>
                  </a:lnTo>
                  <a:lnTo>
                    <a:pt x="3908207" y="62281"/>
                  </a:lnTo>
                  <a:lnTo>
                    <a:pt x="3875158" y="29339"/>
                  </a:lnTo>
                  <a:lnTo>
                    <a:pt x="3833259" y="7749"/>
                  </a:lnTo>
                  <a:lnTo>
                    <a:pt x="3785031" y="0"/>
                  </a:lnTo>
                  <a:close/>
                </a:path>
              </a:pathLst>
            </a:custGeom>
            <a:solidFill>
              <a:srgbClr val="00A795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017935" y="3289223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0" dirty="0">
                <a:solidFill>
                  <a:srgbClr val="20252C"/>
                </a:solidFill>
                <a:latin typeface="Times New Roman"/>
                <a:cs typeface="Times New Roman"/>
              </a:rPr>
              <a:t>→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111796" y="3276358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360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845733" y="2654528"/>
            <a:ext cx="2726055" cy="106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876425" algn="l"/>
              </a:tabLst>
            </a:pPr>
            <a:r>
              <a:rPr sz="4800" spc="-25" dirty="0">
                <a:solidFill>
                  <a:srgbClr val="00A795"/>
                </a:solidFill>
                <a:latin typeface="Arial MT"/>
                <a:cs typeface="Arial MT"/>
              </a:rPr>
              <a:t>20</a:t>
            </a:r>
            <a:r>
              <a:rPr sz="4800" dirty="0">
                <a:solidFill>
                  <a:srgbClr val="00A795"/>
                </a:solidFill>
                <a:latin typeface="Arial MT"/>
                <a:cs typeface="Arial MT"/>
              </a:rPr>
              <a:t>	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FFFFFF"/>
                </a:solidFill>
                <a:latin typeface="Arial MT"/>
                <a:cs typeface="Arial MT"/>
              </a:rPr>
              <a:t>km</a:t>
            </a:r>
            <a:endParaRPr sz="2800">
              <a:latin typeface="Arial MT"/>
              <a:cs typeface="Arial MT"/>
            </a:endParaRPr>
          </a:p>
          <a:p>
            <a:pPr marL="131445">
              <a:lnSpc>
                <a:spcPct val="100000"/>
              </a:lnSpc>
              <a:spcBef>
                <a:spcPts val="1140"/>
              </a:spcBef>
              <a:tabLst>
                <a:tab pos="749935" algn="l"/>
              </a:tabLst>
            </a:pPr>
            <a:r>
              <a:rPr sz="1650" spc="-15" baseline="40404" dirty="0">
                <a:solidFill>
                  <a:srgbClr val="8A939D"/>
                </a:solidFill>
                <a:latin typeface="Arial MT"/>
                <a:cs typeface="Arial MT"/>
              </a:rPr>
              <a:t>patients</a:t>
            </a:r>
            <a:r>
              <a:rPr sz="1650" baseline="40404" dirty="0">
                <a:solidFill>
                  <a:srgbClr val="8A939D"/>
                </a:solidFill>
                <a:latin typeface="Arial MT"/>
                <a:cs typeface="Arial MT"/>
              </a:rPr>
              <a:t>	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Full</a:t>
            </a:r>
            <a:r>
              <a:rPr sz="1000" spc="-4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village</a:t>
            </a:r>
            <a:r>
              <a:rPr sz="1000" spc="-4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coverage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9390236" y="2557802"/>
            <a:ext cx="3952875" cy="2148840"/>
            <a:chOff x="9390236" y="2557802"/>
            <a:chExt cx="3952875" cy="2148840"/>
          </a:xfrm>
        </p:grpSpPr>
        <p:sp>
          <p:nvSpPr>
            <p:cNvPr id="75" name="object 75"/>
            <p:cNvSpPr/>
            <p:nvPr/>
          </p:nvSpPr>
          <p:spPr>
            <a:xfrm>
              <a:off x="9397796" y="2565361"/>
              <a:ext cx="3937635" cy="2134235"/>
            </a:xfrm>
            <a:custGeom>
              <a:avLst/>
              <a:gdLst/>
              <a:ahLst/>
              <a:cxnLst/>
              <a:rect l="l" t="t" r="r" b="b"/>
              <a:pathLst>
                <a:path w="3937634" h="2134235">
                  <a:moveTo>
                    <a:pt x="3810241" y="0"/>
                  </a:moveTo>
                  <a:lnTo>
                    <a:pt x="127088" y="0"/>
                  </a:lnTo>
                  <a:lnTo>
                    <a:pt x="77613" y="9927"/>
                  </a:lnTo>
                  <a:lnTo>
                    <a:pt x="37217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006993"/>
                  </a:lnTo>
                  <a:lnTo>
                    <a:pt x="9984" y="2056411"/>
                  </a:lnTo>
                  <a:lnTo>
                    <a:pt x="37217" y="2096681"/>
                  </a:lnTo>
                  <a:lnTo>
                    <a:pt x="77613" y="2123786"/>
                  </a:lnTo>
                  <a:lnTo>
                    <a:pt x="127088" y="2133714"/>
                  </a:lnTo>
                  <a:lnTo>
                    <a:pt x="3810241" y="2133714"/>
                  </a:lnTo>
                  <a:lnTo>
                    <a:pt x="3859714" y="2123786"/>
                  </a:lnTo>
                  <a:lnTo>
                    <a:pt x="3900106" y="2096681"/>
                  </a:lnTo>
                  <a:lnTo>
                    <a:pt x="3927334" y="2056411"/>
                  </a:lnTo>
                  <a:lnTo>
                    <a:pt x="3937317" y="2006993"/>
                  </a:lnTo>
                  <a:lnTo>
                    <a:pt x="3937317" y="126720"/>
                  </a:lnTo>
                  <a:lnTo>
                    <a:pt x="3927334" y="77302"/>
                  </a:lnTo>
                  <a:lnTo>
                    <a:pt x="3900106" y="37033"/>
                  </a:lnTo>
                  <a:lnTo>
                    <a:pt x="3859714" y="9927"/>
                  </a:lnTo>
                  <a:lnTo>
                    <a:pt x="3810241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397796" y="2565361"/>
              <a:ext cx="3937635" cy="2134235"/>
            </a:xfrm>
            <a:custGeom>
              <a:avLst/>
              <a:gdLst/>
              <a:ahLst/>
              <a:cxnLst/>
              <a:rect l="l" t="t" r="r" b="b"/>
              <a:pathLst>
                <a:path w="3937634" h="2134235">
                  <a:moveTo>
                    <a:pt x="127088" y="2133714"/>
                  </a:moveTo>
                  <a:lnTo>
                    <a:pt x="3810241" y="2133714"/>
                  </a:lnTo>
                  <a:lnTo>
                    <a:pt x="3859714" y="2123786"/>
                  </a:lnTo>
                  <a:lnTo>
                    <a:pt x="3900106" y="2096681"/>
                  </a:lnTo>
                  <a:lnTo>
                    <a:pt x="3927334" y="2056411"/>
                  </a:lnTo>
                  <a:lnTo>
                    <a:pt x="3937317" y="2006993"/>
                  </a:lnTo>
                  <a:lnTo>
                    <a:pt x="3937317" y="126720"/>
                  </a:lnTo>
                  <a:lnTo>
                    <a:pt x="3927334" y="77302"/>
                  </a:lnTo>
                  <a:lnTo>
                    <a:pt x="3900106" y="37033"/>
                  </a:lnTo>
                  <a:lnTo>
                    <a:pt x="3859714" y="9927"/>
                  </a:lnTo>
                  <a:lnTo>
                    <a:pt x="3810241" y="0"/>
                  </a:lnTo>
                  <a:lnTo>
                    <a:pt x="127088" y="0"/>
                  </a:lnTo>
                  <a:lnTo>
                    <a:pt x="77613" y="9927"/>
                  </a:lnTo>
                  <a:lnTo>
                    <a:pt x="37217" y="37033"/>
                  </a:lnTo>
                  <a:lnTo>
                    <a:pt x="9984" y="77302"/>
                  </a:lnTo>
                  <a:lnTo>
                    <a:pt x="0" y="126720"/>
                  </a:lnTo>
                  <a:lnTo>
                    <a:pt x="0" y="2006993"/>
                  </a:lnTo>
                  <a:lnTo>
                    <a:pt x="9984" y="2056411"/>
                  </a:lnTo>
                  <a:lnTo>
                    <a:pt x="37217" y="2096681"/>
                  </a:lnTo>
                  <a:lnTo>
                    <a:pt x="77613" y="2123786"/>
                  </a:lnTo>
                  <a:lnTo>
                    <a:pt x="127088" y="2133714"/>
                  </a:lnTo>
                  <a:close/>
                </a:path>
              </a:pathLst>
            </a:custGeom>
            <a:ln w="15119">
              <a:solidFill>
                <a:srgbClr val="00B3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397796" y="2565361"/>
              <a:ext cx="3937635" cy="2134235"/>
            </a:xfrm>
            <a:custGeom>
              <a:avLst/>
              <a:gdLst/>
              <a:ahLst/>
              <a:cxnLst/>
              <a:rect l="l" t="t" r="r" b="b"/>
              <a:pathLst>
                <a:path w="3937634" h="2134235">
                  <a:moveTo>
                    <a:pt x="3785044" y="0"/>
                  </a:moveTo>
                  <a:lnTo>
                    <a:pt x="152285" y="0"/>
                  </a:lnTo>
                  <a:lnTo>
                    <a:pt x="104100" y="7749"/>
                  </a:lnTo>
                  <a:lnTo>
                    <a:pt x="62289" y="29339"/>
                  </a:lnTo>
                  <a:lnTo>
                    <a:pt x="29343" y="62281"/>
                  </a:lnTo>
                  <a:lnTo>
                    <a:pt x="7750" y="104088"/>
                  </a:lnTo>
                  <a:lnTo>
                    <a:pt x="0" y="152273"/>
                  </a:lnTo>
                  <a:lnTo>
                    <a:pt x="0" y="1981441"/>
                  </a:lnTo>
                  <a:lnTo>
                    <a:pt x="7750" y="2029625"/>
                  </a:lnTo>
                  <a:lnTo>
                    <a:pt x="29343" y="2071432"/>
                  </a:lnTo>
                  <a:lnTo>
                    <a:pt x="62289" y="2104375"/>
                  </a:lnTo>
                  <a:lnTo>
                    <a:pt x="104100" y="2125964"/>
                  </a:lnTo>
                  <a:lnTo>
                    <a:pt x="152285" y="2133714"/>
                  </a:lnTo>
                  <a:lnTo>
                    <a:pt x="3785044" y="2133714"/>
                  </a:lnTo>
                  <a:lnTo>
                    <a:pt x="3833228" y="2125964"/>
                  </a:lnTo>
                  <a:lnTo>
                    <a:pt x="3875035" y="2104375"/>
                  </a:lnTo>
                  <a:lnTo>
                    <a:pt x="3907978" y="2071432"/>
                  </a:lnTo>
                  <a:lnTo>
                    <a:pt x="3929568" y="2029625"/>
                  </a:lnTo>
                  <a:lnTo>
                    <a:pt x="3937317" y="1981441"/>
                  </a:lnTo>
                  <a:lnTo>
                    <a:pt x="3937317" y="152273"/>
                  </a:lnTo>
                  <a:lnTo>
                    <a:pt x="3929568" y="104088"/>
                  </a:lnTo>
                  <a:lnTo>
                    <a:pt x="3907978" y="62281"/>
                  </a:lnTo>
                  <a:lnTo>
                    <a:pt x="3875035" y="29339"/>
                  </a:lnTo>
                  <a:lnTo>
                    <a:pt x="3833228" y="7749"/>
                  </a:lnTo>
                  <a:lnTo>
                    <a:pt x="3785044" y="0"/>
                  </a:lnTo>
                  <a:close/>
                </a:path>
              </a:pathLst>
            </a:custGeom>
            <a:solidFill>
              <a:srgbClr val="00B3D7">
                <a:alpha val="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9208693" y="3289223"/>
            <a:ext cx="20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0" dirty="0">
                <a:solidFill>
                  <a:srgbClr val="20252C"/>
                </a:solidFill>
                <a:latin typeface="Times New Roman"/>
                <a:cs typeface="Times New Roman"/>
              </a:rPr>
              <a:t>→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1302924" y="3276358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360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10156215" y="3428911"/>
            <a:ext cx="5156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A939D"/>
                </a:solidFill>
                <a:latin typeface="Arial MT"/>
                <a:cs typeface="Arial MT"/>
              </a:rPr>
              <a:t>patients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884423" y="2654528"/>
            <a:ext cx="30543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26260" algn="l"/>
              </a:tabLst>
            </a:pPr>
            <a:r>
              <a:rPr sz="4800" spc="-25" dirty="0">
                <a:solidFill>
                  <a:srgbClr val="00B3D7"/>
                </a:solidFill>
                <a:latin typeface="Arial MT"/>
                <a:cs typeface="Arial MT"/>
              </a:rPr>
              <a:t>50+</a:t>
            </a:r>
            <a:r>
              <a:rPr sz="4800" dirty="0">
                <a:solidFill>
                  <a:srgbClr val="00B3D7"/>
                </a:solidFill>
                <a:latin typeface="Arial MT"/>
                <a:cs typeface="Arial MT"/>
              </a:rPr>
              <a:t>	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15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Arial MT"/>
                <a:cs typeface="Arial MT"/>
              </a:rPr>
              <a:t>km+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82" name="object 8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195" y="5143322"/>
            <a:ext cx="127444" cy="127431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10651578" y="3543388"/>
            <a:ext cx="14211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Self-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healing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region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mesh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84" name="object 8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195" y="5651284"/>
            <a:ext cx="127444" cy="127431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195" y="6159246"/>
            <a:ext cx="127444" cy="127431"/>
          </a:xfrm>
          <a:prstGeom prst="rect">
            <a:avLst/>
          </a:prstGeom>
        </p:spPr>
      </p:pic>
      <p:grpSp>
        <p:nvGrpSpPr>
          <p:cNvPr id="86" name="object 86"/>
          <p:cNvGrpSpPr/>
          <p:nvPr/>
        </p:nvGrpSpPr>
        <p:grpSpPr>
          <a:xfrm>
            <a:off x="11677496" y="4082934"/>
            <a:ext cx="3823335" cy="2400935"/>
            <a:chOff x="11677496" y="4082934"/>
            <a:chExt cx="3823335" cy="2400935"/>
          </a:xfrm>
        </p:grpSpPr>
        <p:sp>
          <p:nvSpPr>
            <p:cNvPr id="87" name="object 87"/>
            <p:cNvSpPr/>
            <p:nvPr/>
          </p:nvSpPr>
          <p:spPr>
            <a:xfrm>
              <a:off x="11683796" y="4089234"/>
              <a:ext cx="3810635" cy="2388235"/>
            </a:xfrm>
            <a:custGeom>
              <a:avLst/>
              <a:gdLst/>
              <a:ahLst/>
              <a:cxnLst/>
              <a:rect l="l" t="t" r="r" b="b"/>
              <a:pathLst>
                <a:path w="3810634" h="2388235">
                  <a:moveTo>
                    <a:pt x="3683520" y="0"/>
                  </a:moveTo>
                  <a:lnTo>
                    <a:pt x="127088" y="0"/>
                  </a:lnTo>
                  <a:lnTo>
                    <a:pt x="77613" y="9984"/>
                  </a:lnTo>
                  <a:lnTo>
                    <a:pt x="37217" y="37217"/>
                  </a:lnTo>
                  <a:lnTo>
                    <a:pt x="9984" y="77613"/>
                  </a:lnTo>
                  <a:lnTo>
                    <a:pt x="0" y="127088"/>
                  </a:lnTo>
                  <a:lnTo>
                    <a:pt x="0" y="2260803"/>
                  </a:lnTo>
                  <a:lnTo>
                    <a:pt x="9984" y="2310276"/>
                  </a:lnTo>
                  <a:lnTo>
                    <a:pt x="37217" y="2350668"/>
                  </a:lnTo>
                  <a:lnTo>
                    <a:pt x="77613" y="2377896"/>
                  </a:lnTo>
                  <a:lnTo>
                    <a:pt x="127088" y="2387879"/>
                  </a:lnTo>
                  <a:lnTo>
                    <a:pt x="3683520" y="2387879"/>
                  </a:lnTo>
                  <a:lnTo>
                    <a:pt x="3732938" y="2377896"/>
                  </a:lnTo>
                  <a:lnTo>
                    <a:pt x="3773208" y="2350668"/>
                  </a:lnTo>
                  <a:lnTo>
                    <a:pt x="3800313" y="2310276"/>
                  </a:lnTo>
                  <a:lnTo>
                    <a:pt x="3810241" y="2260803"/>
                  </a:lnTo>
                  <a:lnTo>
                    <a:pt x="3810241" y="127088"/>
                  </a:lnTo>
                  <a:lnTo>
                    <a:pt x="3800313" y="77613"/>
                  </a:lnTo>
                  <a:lnTo>
                    <a:pt x="3773208" y="37217"/>
                  </a:lnTo>
                  <a:lnTo>
                    <a:pt x="3732938" y="9984"/>
                  </a:lnTo>
                  <a:lnTo>
                    <a:pt x="3683520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683796" y="4089234"/>
              <a:ext cx="3810635" cy="2388235"/>
            </a:xfrm>
            <a:custGeom>
              <a:avLst/>
              <a:gdLst/>
              <a:ahLst/>
              <a:cxnLst/>
              <a:rect l="l" t="t" r="r" b="b"/>
              <a:pathLst>
                <a:path w="3810634" h="2388235">
                  <a:moveTo>
                    <a:pt x="127088" y="2387879"/>
                  </a:moveTo>
                  <a:lnTo>
                    <a:pt x="3683520" y="2387879"/>
                  </a:lnTo>
                  <a:lnTo>
                    <a:pt x="3732938" y="2377896"/>
                  </a:lnTo>
                  <a:lnTo>
                    <a:pt x="3773208" y="2350668"/>
                  </a:lnTo>
                  <a:lnTo>
                    <a:pt x="3800313" y="2310276"/>
                  </a:lnTo>
                  <a:lnTo>
                    <a:pt x="3810241" y="2260803"/>
                  </a:lnTo>
                  <a:lnTo>
                    <a:pt x="3810241" y="127088"/>
                  </a:lnTo>
                  <a:lnTo>
                    <a:pt x="3800313" y="77613"/>
                  </a:lnTo>
                  <a:lnTo>
                    <a:pt x="3773208" y="37217"/>
                  </a:lnTo>
                  <a:lnTo>
                    <a:pt x="3732938" y="9984"/>
                  </a:lnTo>
                  <a:lnTo>
                    <a:pt x="3683520" y="0"/>
                  </a:lnTo>
                  <a:lnTo>
                    <a:pt x="127088" y="0"/>
                  </a:lnTo>
                  <a:lnTo>
                    <a:pt x="77613" y="9984"/>
                  </a:lnTo>
                  <a:lnTo>
                    <a:pt x="37217" y="37217"/>
                  </a:lnTo>
                  <a:lnTo>
                    <a:pt x="9984" y="77613"/>
                  </a:lnTo>
                  <a:lnTo>
                    <a:pt x="0" y="127088"/>
                  </a:lnTo>
                  <a:lnTo>
                    <a:pt x="0" y="2260803"/>
                  </a:lnTo>
                  <a:lnTo>
                    <a:pt x="9984" y="2310276"/>
                  </a:lnTo>
                  <a:lnTo>
                    <a:pt x="37217" y="2350668"/>
                  </a:lnTo>
                  <a:lnTo>
                    <a:pt x="77613" y="2377896"/>
                  </a:lnTo>
                  <a:lnTo>
                    <a:pt x="127088" y="2387879"/>
                  </a:lnTo>
                  <a:close/>
                </a:path>
              </a:pathLst>
            </a:custGeom>
            <a:ln w="1259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1231823" y="5025687"/>
            <a:ext cx="4657725" cy="147701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Patient-as-</a:t>
            </a:r>
            <a:r>
              <a:rPr sz="1200" spc="35" dirty="0">
                <a:solidFill>
                  <a:srgbClr val="FFFFFF"/>
                </a:solidFill>
                <a:latin typeface="Arial MT"/>
                <a:cs typeface="Arial MT"/>
              </a:rPr>
              <a:t>Infrastructure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Add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1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patient</a:t>
            </a:r>
            <a:r>
              <a:rPr sz="1000" spc="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8A939D"/>
                </a:solidFill>
                <a:latin typeface="Times New Roman"/>
                <a:cs typeface="Times New Roman"/>
              </a:rPr>
              <a:t>→</a:t>
            </a:r>
            <a:r>
              <a:rPr sz="1000" spc="175" dirty="0">
                <a:solidFill>
                  <a:srgbClr val="8A939D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mesh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extends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2km.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towers.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cost.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Ever.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200" spc="10" dirty="0">
                <a:solidFill>
                  <a:srgbClr val="FFFFFF"/>
                </a:solidFill>
                <a:latin typeface="Arial MT"/>
                <a:cs typeface="Arial MT"/>
              </a:rPr>
              <a:t>Redundant</a:t>
            </a:r>
            <a:r>
              <a:rPr sz="1200" spc="2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Arial MT"/>
                <a:cs typeface="Arial MT"/>
              </a:rPr>
              <a:t>Self-Healing</a:t>
            </a:r>
            <a:r>
              <a:rPr sz="1200" spc="2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Arial MT"/>
                <a:cs typeface="Arial MT"/>
              </a:rPr>
              <a:t>Routing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Node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fails?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Data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reroutes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through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nearest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neighbours.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Zero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single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points</a:t>
            </a:r>
            <a:r>
              <a:rPr sz="1000" spc="-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of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failure.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Zero</a:t>
            </a:r>
            <a:r>
              <a:rPr sz="12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Arial MT"/>
                <a:cs typeface="Arial MT"/>
              </a:rPr>
              <a:t>Infrastructure</a:t>
            </a:r>
            <a:r>
              <a:rPr sz="12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Cost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1000" spc="-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cell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towers.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WiFi.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monthly</a:t>
            </a:r>
            <a:r>
              <a:rPr sz="1000" spc="-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data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plans.</a:t>
            </a:r>
            <a:r>
              <a:rPr sz="1000" spc="-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Patients</a:t>
            </a:r>
            <a:r>
              <a:rPr sz="1000" spc="-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ARE</a:t>
            </a:r>
            <a:r>
              <a:rPr sz="1000" spc="-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8A939D"/>
                </a:solidFill>
                <a:latin typeface="Arial MT"/>
                <a:cs typeface="Arial MT"/>
              </a:rPr>
              <a:t>the</a:t>
            </a:r>
            <a:r>
              <a:rPr sz="10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8A939D"/>
                </a:solidFill>
                <a:latin typeface="Arial MT"/>
                <a:cs typeface="Arial MT"/>
              </a:rPr>
              <a:t>infrastructure.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90" name="object 90"/>
          <p:cNvGraphicFramePr>
            <a:graphicFrameLocks noGrp="1"/>
          </p:cNvGraphicFramePr>
          <p:nvPr/>
        </p:nvGraphicFramePr>
        <p:xfrm>
          <a:off x="11829884" y="4156666"/>
          <a:ext cx="3677285" cy="1845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000" dirty="0">
                          <a:solidFill>
                            <a:srgbClr val="00C8A6"/>
                          </a:solidFill>
                          <a:latin typeface="Arial MT"/>
                          <a:cs typeface="Arial MT"/>
                        </a:rPr>
                        <a:t>LoRa</a:t>
                      </a:r>
                      <a:r>
                        <a:rPr sz="1000" spc="95" dirty="0">
                          <a:solidFill>
                            <a:srgbClr val="00C8A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00C8A6"/>
                          </a:solidFill>
                          <a:latin typeface="Arial MT"/>
                          <a:cs typeface="Arial MT"/>
                        </a:rPr>
                        <a:t>SPECS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900" spc="-10" dirty="0">
                          <a:solidFill>
                            <a:srgbClr val="8A939D"/>
                          </a:solidFill>
                          <a:latin typeface="Arial MT"/>
                          <a:cs typeface="Arial MT"/>
                        </a:rPr>
                        <a:t>Frequency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433</a:t>
                      </a:r>
                      <a:r>
                        <a:rPr sz="900" spc="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MHz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79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spc="-10" dirty="0">
                          <a:solidFill>
                            <a:srgbClr val="8A939D"/>
                          </a:solidFill>
                          <a:latin typeface="Arial MT"/>
                          <a:cs typeface="Arial MT"/>
                        </a:rPr>
                        <a:t>Spreading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SF7–SF12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adaptive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92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spc="-10" dirty="0">
                          <a:solidFill>
                            <a:srgbClr val="8A939D"/>
                          </a:solidFill>
                          <a:latin typeface="Arial MT"/>
                          <a:cs typeface="Arial MT"/>
                        </a:rPr>
                        <a:t>Bandwidth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125</a:t>
                      </a:r>
                      <a:r>
                        <a:rPr sz="900" spc="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kHz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92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10" dirty="0">
                          <a:solidFill>
                            <a:srgbClr val="8A939D"/>
                          </a:solidFill>
                          <a:latin typeface="Arial MT"/>
                          <a:cs typeface="Arial MT"/>
                        </a:rPr>
                        <a:t>Range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85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2–3</a:t>
                      </a:r>
                      <a:r>
                        <a:rPr sz="900" spc="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km</a:t>
                      </a:r>
                      <a:r>
                        <a:rPr sz="900" spc="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rural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85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spc="-10" dirty="0">
                          <a:solidFill>
                            <a:srgbClr val="8A939D"/>
                          </a:solidFill>
                          <a:latin typeface="Arial MT"/>
                          <a:cs typeface="Arial MT"/>
                        </a:rPr>
                        <a:t>Encryption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AES-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256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92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31750">
                        <a:lnSpc>
                          <a:spcPts val="1075"/>
                        </a:lnSpc>
                        <a:spcBef>
                          <a:spcPts val="545"/>
                        </a:spcBef>
                      </a:pPr>
                      <a:r>
                        <a:rPr sz="900" spc="-10" dirty="0">
                          <a:solidFill>
                            <a:srgbClr val="8A939D"/>
                          </a:solidFill>
                          <a:latin typeface="Arial MT"/>
                          <a:cs typeface="Arial MT"/>
                        </a:rPr>
                        <a:t>Power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75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10–20</a:t>
                      </a:r>
                      <a:r>
                        <a:rPr sz="900" spc="7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dBm</a:t>
                      </a:r>
                      <a:r>
                        <a:rPr sz="900" spc="8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adj.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921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1" name="object 91"/>
          <p:cNvSpPr/>
          <p:nvPr/>
        </p:nvSpPr>
        <p:spPr>
          <a:xfrm>
            <a:off x="11658600" y="6616077"/>
            <a:ext cx="3810635" cy="1499235"/>
          </a:xfrm>
          <a:custGeom>
            <a:avLst/>
            <a:gdLst/>
            <a:ahLst/>
            <a:cxnLst/>
            <a:rect l="l" t="t" r="r" b="b"/>
            <a:pathLst>
              <a:path w="3810634" h="1499234">
                <a:moveTo>
                  <a:pt x="3683520" y="0"/>
                </a:moveTo>
                <a:lnTo>
                  <a:pt x="127076" y="0"/>
                </a:lnTo>
                <a:lnTo>
                  <a:pt x="77607" y="9984"/>
                </a:lnTo>
                <a:lnTo>
                  <a:pt x="37215" y="37215"/>
                </a:lnTo>
                <a:lnTo>
                  <a:pt x="9984" y="77607"/>
                </a:lnTo>
                <a:lnTo>
                  <a:pt x="0" y="127076"/>
                </a:lnTo>
                <a:lnTo>
                  <a:pt x="0" y="1371968"/>
                </a:lnTo>
                <a:lnTo>
                  <a:pt x="9984" y="1421436"/>
                </a:lnTo>
                <a:lnTo>
                  <a:pt x="37215" y="1461828"/>
                </a:lnTo>
                <a:lnTo>
                  <a:pt x="77607" y="1489059"/>
                </a:lnTo>
                <a:lnTo>
                  <a:pt x="127076" y="1499044"/>
                </a:lnTo>
                <a:lnTo>
                  <a:pt x="3683520" y="1499044"/>
                </a:lnTo>
                <a:lnTo>
                  <a:pt x="3732938" y="1489059"/>
                </a:lnTo>
                <a:lnTo>
                  <a:pt x="3773208" y="1461828"/>
                </a:lnTo>
                <a:lnTo>
                  <a:pt x="3800313" y="1421436"/>
                </a:lnTo>
                <a:lnTo>
                  <a:pt x="3810241" y="1371968"/>
                </a:lnTo>
                <a:lnTo>
                  <a:pt x="3810241" y="127076"/>
                </a:lnTo>
                <a:lnTo>
                  <a:pt x="3800313" y="77607"/>
                </a:lnTo>
                <a:lnTo>
                  <a:pt x="3773208" y="37215"/>
                </a:lnTo>
                <a:lnTo>
                  <a:pt x="3732938" y="9984"/>
                </a:lnTo>
                <a:lnTo>
                  <a:pt x="3683520" y="0"/>
                </a:lnTo>
                <a:close/>
              </a:path>
            </a:pathLst>
          </a:custGeom>
          <a:solidFill>
            <a:srgbClr val="001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658600" y="6616077"/>
            <a:ext cx="3810635" cy="1499235"/>
          </a:xfrm>
          <a:custGeom>
            <a:avLst/>
            <a:gdLst/>
            <a:ahLst/>
            <a:cxnLst/>
            <a:rect l="l" t="t" r="r" b="b"/>
            <a:pathLst>
              <a:path w="3810634" h="1499234">
                <a:moveTo>
                  <a:pt x="127076" y="1499044"/>
                </a:moveTo>
                <a:lnTo>
                  <a:pt x="3683520" y="1499044"/>
                </a:lnTo>
                <a:lnTo>
                  <a:pt x="3732938" y="1489059"/>
                </a:lnTo>
                <a:lnTo>
                  <a:pt x="3773208" y="1461828"/>
                </a:lnTo>
                <a:lnTo>
                  <a:pt x="3800313" y="1421436"/>
                </a:lnTo>
                <a:lnTo>
                  <a:pt x="3810241" y="1371968"/>
                </a:lnTo>
                <a:lnTo>
                  <a:pt x="3810241" y="127076"/>
                </a:lnTo>
                <a:lnTo>
                  <a:pt x="3800313" y="77607"/>
                </a:lnTo>
                <a:lnTo>
                  <a:pt x="3773208" y="37215"/>
                </a:lnTo>
                <a:lnTo>
                  <a:pt x="3732938" y="9984"/>
                </a:lnTo>
                <a:lnTo>
                  <a:pt x="3683520" y="0"/>
                </a:lnTo>
                <a:lnTo>
                  <a:pt x="127076" y="0"/>
                </a:lnTo>
                <a:lnTo>
                  <a:pt x="77607" y="9984"/>
                </a:lnTo>
                <a:lnTo>
                  <a:pt x="37215" y="37215"/>
                </a:lnTo>
                <a:lnTo>
                  <a:pt x="9984" y="77607"/>
                </a:lnTo>
                <a:lnTo>
                  <a:pt x="0" y="127076"/>
                </a:lnTo>
                <a:lnTo>
                  <a:pt x="0" y="1371968"/>
                </a:lnTo>
                <a:lnTo>
                  <a:pt x="9984" y="1421436"/>
                </a:lnTo>
                <a:lnTo>
                  <a:pt x="37215" y="1461828"/>
                </a:lnTo>
                <a:lnTo>
                  <a:pt x="77607" y="1489059"/>
                </a:lnTo>
                <a:lnTo>
                  <a:pt x="127076" y="1499044"/>
                </a:lnTo>
                <a:close/>
              </a:path>
            </a:pathLst>
          </a:custGeom>
          <a:ln w="12599">
            <a:solidFill>
              <a:srgbClr val="00C8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13376783" y="6608051"/>
            <a:ext cx="4457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105" dirty="0">
                <a:solidFill>
                  <a:srgbClr val="00C8A6"/>
                </a:solidFill>
                <a:latin typeface="Times New Roman"/>
                <a:cs typeface="Times New Roman"/>
              </a:rPr>
              <a:t>∞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2802946" y="7157428"/>
            <a:ext cx="1383665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ts val="1050"/>
              </a:lnSpc>
              <a:spcBef>
                <a:spcPts val="100"/>
              </a:spcBef>
            </a:pP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INFINITE </a:t>
            </a:r>
            <a:r>
              <a:rPr sz="900" spc="-10" dirty="0">
                <a:solidFill>
                  <a:srgbClr val="00C8A6"/>
                </a:solidFill>
                <a:latin typeface="Arial MT"/>
                <a:cs typeface="Arial MT"/>
              </a:rPr>
              <a:t>SCALABILITY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ts val="919"/>
              </a:lnSpc>
            </a:pPr>
            <a:r>
              <a:rPr sz="8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800" spc="-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8A939D"/>
                </a:solidFill>
                <a:latin typeface="Arial MT"/>
                <a:cs typeface="Arial MT"/>
              </a:rPr>
              <a:t>upper</a:t>
            </a:r>
            <a:r>
              <a:rPr sz="800" spc="-2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8A939D"/>
                </a:solidFill>
                <a:latin typeface="Arial MT"/>
                <a:cs typeface="Arial MT"/>
              </a:rPr>
              <a:t>limit</a:t>
            </a:r>
            <a:r>
              <a:rPr sz="8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8A939D"/>
                </a:solidFill>
                <a:latin typeface="Arial MT"/>
                <a:cs typeface="Arial MT"/>
              </a:rPr>
              <a:t>on</a:t>
            </a:r>
            <a:r>
              <a:rPr sz="8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8A939D"/>
                </a:solidFill>
                <a:latin typeface="Arial MT"/>
                <a:cs typeface="Arial MT"/>
              </a:rPr>
              <a:t>mesh</a:t>
            </a:r>
            <a:r>
              <a:rPr sz="800" spc="-20" dirty="0">
                <a:solidFill>
                  <a:srgbClr val="8A939D"/>
                </a:solidFill>
                <a:latin typeface="Arial MT"/>
                <a:cs typeface="Arial MT"/>
              </a:rPr>
              <a:t> nodes</a:t>
            </a:r>
            <a:endParaRPr sz="800">
              <a:latin typeface="Arial MT"/>
              <a:cs typeface="Arial MT"/>
            </a:endParaRPr>
          </a:p>
          <a:p>
            <a:pPr marL="72390">
              <a:lnSpc>
                <a:spcPts val="950"/>
              </a:lnSpc>
            </a:pPr>
            <a:r>
              <a:rPr sz="800" i="1" spc="10" dirty="0">
                <a:solidFill>
                  <a:srgbClr val="00C8A6"/>
                </a:solidFill>
                <a:latin typeface="Arial"/>
                <a:cs typeface="Arial"/>
              </a:rPr>
              <a:t>This</a:t>
            </a:r>
            <a:r>
              <a:rPr sz="800" i="1" spc="8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800" i="1" spc="10" dirty="0">
                <a:solidFill>
                  <a:srgbClr val="00C8A6"/>
                </a:solidFill>
                <a:latin typeface="Arial"/>
                <a:cs typeface="Arial"/>
              </a:rPr>
              <a:t>is</a:t>
            </a:r>
            <a:r>
              <a:rPr sz="800" i="1" spc="8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800" i="1" spc="10" dirty="0">
                <a:solidFill>
                  <a:srgbClr val="00C8A6"/>
                </a:solidFill>
                <a:latin typeface="Arial"/>
                <a:cs typeface="Arial"/>
              </a:rPr>
              <a:t>a</a:t>
            </a:r>
            <a:r>
              <a:rPr sz="800" i="1" spc="8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800" i="1" spc="10" dirty="0">
                <a:solidFill>
                  <a:srgbClr val="00C8A6"/>
                </a:solidFill>
                <a:latin typeface="Arial"/>
                <a:cs typeface="Arial"/>
              </a:rPr>
              <a:t>technical</a:t>
            </a:r>
            <a:r>
              <a:rPr sz="800" i="1" spc="8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800" i="1" spc="-20" dirty="0">
                <a:solidFill>
                  <a:srgbClr val="00C8A6"/>
                </a:solidFill>
                <a:latin typeface="Arial"/>
                <a:cs typeface="Arial"/>
              </a:rPr>
              <a:t>moat.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22085"/>
            <a:ext cx="76835" cy="3122295"/>
            <a:chOff x="0" y="6022085"/>
            <a:chExt cx="76835" cy="3122295"/>
          </a:xfrm>
        </p:grpSpPr>
        <p:sp>
          <p:nvSpPr>
            <p:cNvPr id="3" name="object 3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765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29B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F99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399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D97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2166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A95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893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7850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59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38F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7485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E18D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3022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DE8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DC8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9364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D98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D7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570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D583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387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D281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204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D07F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CD7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0" y="4924805"/>
            <a:ext cx="76835" cy="1110615"/>
            <a:chOff x="0" y="4924805"/>
            <a:chExt cx="76835" cy="1110615"/>
          </a:xfrm>
        </p:grpSpPr>
        <p:sp>
          <p:nvSpPr>
            <p:cNvPr id="21" name="object 21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CC7B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C879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5473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C67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5290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C475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C173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BF71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0" y="3644646"/>
            <a:ext cx="76835" cy="1293495"/>
            <a:chOff x="0" y="3644646"/>
            <a:chExt cx="76835" cy="1293495"/>
          </a:xfrm>
        </p:grpSpPr>
        <p:sp>
          <p:nvSpPr>
            <p:cNvPr id="28" name="object 28"/>
            <p:cNvSpPr/>
            <p:nvPr/>
          </p:nvSpPr>
          <p:spPr>
            <a:xfrm>
              <a:off x="0" y="4741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BC6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BA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B76B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4193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B56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40104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B367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3827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B066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AE63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0" y="2547366"/>
            <a:ext cx="76835" cy="1110615"/>
            <a:chOff x="0" y="2547366"/>
            <a:chExt cx="76835" cy="1110615"/>
          </a:xfrm>
        </p:grpSpPr>
        <p:sp>
          <p:nvSpPr>
            <p:cNvPr id="36" name="object 36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AB6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3278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A95F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A75D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2913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A45B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A259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25473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9F5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0" y="1267205"/>
            <a:ext cx="76835" cy="1293495"/>
            <a:chOff x="0" y="1267205"/>
            <a:chExt cx="76835" cy="1293495"/>
          </a:xfrm>
        </p:grpSpPr>
        <p:sp>
          <p:nvSpPr>
            <p:cNvPr id="43" name="object 43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9D55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2181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9A5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9951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8158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964F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934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1450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914B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8E49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0" y="169926"/>
            <a:ext cx="76835" cy="1110615"/>
            <a:chOff x="0" y="169926"/>
            <a:chExt cx="76835" cy="1110615"/>
          </a:xfrm>
        </p:grpSpPr>
        <p:sp>
          <p:nvSpPr>
            <p:cNvPr id="51" name="object 51"/>
            <p:cNvSpPr/>
            <p:nvPr/>
          </p:nvSpPr>
          <p:spPr>
            <a:xfrm>
              <a:off x="0" y="10843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8C47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8A45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718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874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0" y="535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854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823F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0" y="1699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803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0" y="12"/>
            <a:ext cx="76835" cy="183515"/>
          </a:xfrm>
          <a:custGeom>
            <a:avLst/>
            <a:gdLst/>
            <a:ahLst/>
            <a:cxnLst/>
            <a:rect l="l" t="t" r="r" b="b"/>
            <a:pathLst>
              <a:path w="76835" h="183515">
                <a:moveTo>
                  <a:pt x="0" y="183222"/>
                </a:moveTo>
                <a:lnTo>
                  <a:pt x="76314" y="183222"/>
                </a:lnTo>
                <a:lnTo>
                  <a:pt x="76314" y="0"/>
                </a:lnTo>
                <a:lnTo>
                  <a:pt x="0" y="0"/>
                </a:lnTo>
                <a:lnTo>
                  <a:pt x="0" y="183222"/>
                </a:lnTo>
                <a:close/>
              </a:path>
            </a:pathLst>
          </a:custGeom>
          <a:solidFill>
            <a:srgbClr val="7D3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15923" y="393484"/>
            <a:ext cx="1575435" cy="305435"/>
          </a:xfrm>
          <a:custGeom>
            <a:avLst/>
            <a:gdLst/>
            <a:ahLst/>
            <a:cxnLst/>
            <a:rect l="l" t="t" r="r" b="b"/>
            <a:pathLst>
              <a:path w="1575435" h="305434">
                <a:moveTo>
                  <a:pt x="1499031" y="0"/>
                </a:moveTo>
                <a:lnTo>
                  <a:pt x="75958" y="0"/>
                </a:lnTo>
                <a:lnTo>
                  <a:pt x="46318" y="6007"/>
                </a:lnTo>
                <a:lnTo>
                  <a:pt x="22182" y="22409"/>
                </a:lnTo>
                <a:lnTo>
                  <a:pt x="5944" y="46773"/>
                </a:lnTo>
                <a:lnTo>
                  <a:pt x="0" y="76669"/>
                </a:lnTo>
                <a:lnTo>
                  <a:pt x="0" y="228955"/>
                </a:lnTo>
                <a:lnTo>
                  <a:pt x="5944" y="258651"/>
                </a:lnTo>
                <a:lnTo>
                  <a:pt x="22182" y="282909"/>
                </a:lnTo>
                <a:lnTo>
                  <a:pt x="46318" y="299269"/>
                </a:lnTo>
                <a:lnTo>
                  <a:pt x="75958" y="305269"/>
                </a:lnTo>
                <a:lnTo>
                  <a:pt x="1499031" y="305269"/>
                </a:lnTo>
                <a:lnTo>
                  <a:pt x="1528672" y="299269"/>
                </a:lnTo>
                <a:lnTo>
                  <a:pt x="1552808" y="282909"/>
                </a:lnTo>
                <a:lnTo>
                  <a:pt x="1569045" y="258651"/>
                </a:lnTo>
                <a:lnTo>
                  <a:pt x="1574990" y="228955"/>
                </a:lnTo>
                <a:lnTo>
                  <a:pt x="1574990" y="76669"/>
                </a:lnTo>
                <a:lnTo>
                  <a:pt x="1569045" y="46773"/>
                </a:lnTo>
                <a:lnTo>
                  <a:pt x="1552808" y="22409"/>
                </a:lnTo>
                <a:lnTo>
                  <a:pt x="1528672" y="6007"/>
                </a:lnTo>
                <a:lnTo>
                  <a:pt x="1499031" y="0"/>
                </a:lnTo>
                <a:close/>
              </a:path>
            </a:pathLst>
          </a:custGeom>
          <a:solidFill>
            <a:srgbClr val="F4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117701" y="471144"/>
            <a:ext cx="13716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C1016"/>
                </a:solidFill>
                <a:latin typeface="Arial MT"/>
                <a:cs typeface="Arial MT"/>
              </a:rPr>
              <a:t>MARKET</a:t>
            </a:r>
            <a:r>
              <a:rPr sz="900" spc="80" dirty="0">
                <a:solidFill>
                  <a:srgbClr val="0C1016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C1016"/>
                </a:solidFill>
                <a:latin typeface="Arial MT"/>
                <a:cs typeface="Arial MT"/>
              </a:rPr>
              <a:t>OPPORTUNITY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006563" y="2428925"/>
            <a:ext cx="4591685" cy="1898650"/>
            <a:chOff x="1006563" y="2428925"/>
            <a:chExt cx="4591685" cy="1898650"/>
          </a:xfrm>
        </p:grpSpPr>
        <p:sp>
          <p:nvSpPr>
            <p:cNvPr id="61" name="object 61"/>
            <p:cNvSpPr/>
            <p:nvPr/>
          </p:nvSpPr>
          <p:spPr>
            <a:xfrm>
              <a:off x="1015923" y="2438285"/>
              <a:ext cx="4572635" cy="1880235"/>
            </a:xfrm>
            <a:custGeom>
              <a:avLst/>
              <a:gdLst/>
              <a:ahLst/>
              <a:cxnLst/>
              <a:rect l="l" t="t" r="r" b="b"/>
              <a:pathLst>
                <a:path w="4572635" h="1880235">
                  <a:moveTo>
                    <a:pt x="4445279" y="0"/>
                  </a:moveTo>
                  <a:lnTo>
                    <a:pt x="127076" y="0"/>
                  </a:lnTo>
                  <a:lnTo>
                    <a:pt x="77452" y="9982"/>
                  </a:lnTo>
                  <a:lnTo>
                    <a:pt x="37077" y="37210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1752828"/>
                  </a:lnTo>
                  <a:lnTo>
                    <a:pt x="9932" y="1802304"/>
                  </a:lnTo>
                  <a:lnTo>
                    <a:pt x="37077" y="1842700"/>
                  </a:lnTo>
                  <a:lnTo>
                    <a:pt x="77452" y="1869932"/>
                  </a:lnTo>
                  <a:lnTo>
                    <a:pt x="127076" y="1879917"/>
                  </a:lnTo>
                  <a:lnTo>
                    <a:pt x="4445279" y="1879917"/>
                  </a:lnTo>
                  <a:lnTo>
                    <a:pt x="4494747" y="1869932"/>
                  </a:lnTo>
                  <a:lnTo>
                    <a:pt x="4535139" y="1842700"/>
                  </a:lnTo>
                  <a:lnTo>
                    <a:pt x="4562370" y="1802304"/>
                  </a:lnTo>
                  <a:lnTo>
                    <a:pt x="4572355" y="1752828"/>
                  </a:lnTo>
                  <a:lnTo>
                    <a:pt x="4572355" y="127076"/>
                  </a:lnTo>
                  <a:lnTo>
                    <a:pt x="4562370" y="77602"/>
                  </a:lnTo>
                  <a:lnTo>
                    <a:pt x="4535139" y="37210"/>
                  </a:lnTo>
                  <a:lnTo>
                    <a:pt x="4494747" y="9982"/>
                  </a:lnTo>
                  <a:lnTo>
                    <a:pt x="4445279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15923" y="2438285"/>
              <a:ext cx="4572635" cy="1880235"/>
            </a:xfrm>
            <a:custGeom>
              <a:avLst/>
              <a:gdLst/>
              <a:ahLst/>
              <a:cxnLst/>
              <a:rect l="l" t="t" r="r" b="b"/>
              <a:pathLst>
                <a:path w="4572635" h="1880235">
                  <a:moveTo>
                    <a:pt x="127076" y="1879917"/>
                  </a:moveTo>
                  <a:lnTo>
                    <a:pt x="4445279" y="1879917"/>
                  </a:lnTo>
                  <a:lnTo>
                    <a:pt x="4494747" y="1869932"/>
                  </a:lnTo>
                  <a:lnTo>
                    <a:pt x="4535139" y="1842700"/>
                  </a:lnTo>
                  <a:lnTo>
                    <a:pt x="4562370" y="1802304"/>
                  </a:lnTo>
                  <a:lnTo>
                    <a:pt x="4572355" y="1752828"/>
                  </a:lnTo>
                  <a:lnTo>
                    <a:pt x="4572355" y="127076"/>
                  </a:lnTo>
                  <a:lnTo>
                    <a:pt x="4562370" y="77602"/>
                  </a:lnTo>
                  <a:lnTo>
                    <a:pt x="4535139" y="37210"/>
                  </a:lnTo>
                  <a:lnTo>
                    <a:pt x="4494747" y="9982"/>
                  </a:lnTo>
                  <a:lnTo>
                    <a:pt x="4445279" y="0"/>
                  </a:lnTo>
                  <a:lnTo>
                    <a:pt x="127076" y="0"/>
                  </a:lnTo>
                  <a:lnTo>
                    <a:pt x="77452" y="9982"/>
                  </a:lnTo>
                  <a:lnTo>
                    <a:pt x="37077" y="37210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1752828"/>
                  </a:lnTo>
                  <a:lnTo>
                    <a:pt x="9932" y="1802304"/>
                  </a:lnTo>
                  <a:lnTo>
                    <a:pt x="37077" y="1842700"/>
                  </a:lnTo>
                  <a:lnTo>
                    <a:pt x="77452" y="1869932"/>
                  </a:lnTo>
                  <a:lnTo>
                    <a:pt x="127076" y="1879917"/>
                  </a:lnTo>
                  <a:close/>
                </a:path>
              </a:pathLst>
            </a:custGeom>
            <a:ln w="187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15923" y="2450884"/>
              <a:ext cx="4572635" cy="64135"/>
            </a:xfrm>
            <a:custGeom>
              <a:avLst/>
              <a:gdLst/>
              <a:ahLst/>
              <a:cxnLst/>
              <a:rect l="l" t="t" r="r" b="b"/>
              <a:pathLst>
                <a:path w="4572635" h="64135">
                  <a:moveTo>
                    <a:pt x="4546790" y="0"/>
                  </a:moveTo>
                  <a:lnTo>
                    <a:pt x="25196" y="0"/>
                  </a:lnTo>
                  <a:lnTo>
                    <a:pt x="15334" y="2019"/>
                  </a:lnTo>
                  <a:lnTo>
                    <a:pt x="7331" y="7513"/>
                  </a:lnTo>
                  <a:lnTo>
                    <a:pt x="1961" y="15639"/>
                  </a:lnTo>
                  <a:lnTo>
                    <a:pt x="0" y="25552"/>
                  </a:lnTo>
                  <a:lnTo>
                    <a:pt x="0" y="38150"/>
                  </a:lnTo>
                  <a:lnTo>
                    <a:pt x="1961" y="48276"/>
                  </a:lnTo>
                  <a:lnTo>
                    <a:pt x="7331" y="56511"/>
                  </a:lnTo>
                  <a:lnTo>
                    <a:pt x="15334" y="62046"/>
                  </a:lnTo>
                  <a:lnTo>
                    <a:pt x="25196" y="64071"/>
                  </a:lnTo>
                  <a:lnTo>
                    <a:pt x="4546790" y="64071"/>
                  </a:lnTo>
                  <a:lnTo>
                    <a:pt x="4556710" y="62046"/>
                  </a:lnTo>
                  <a:lnTo>
                    <a:pt x="4564840" y="56511"/>
                  </a:lnTo>
                  <a:lnTo>
                    <a:pt x="4570336" y="48276"/>
                  </a:lnTo>
                  <a:lnTo>
                    <a:pt x="4572355" y="38150"/>
                  </a:lnTo>
                  <a:lnTo>
                    <a:pt x="4572355" y="25552"/>
                  </a:lnTo>
                  <a:lnTo>
                    <a:pt x="4570336" y="15639"/>
                  </a:lnTo>
                  <a:lnTo>
                    <a:pt x="4564840" y="7513"/>
                  </a:lnTo>
                  <a:lnTo>
                    <a:pt x="4556710" y="2019"/>
                  </a:lnTo>
                  <a:lnTo>
                    <a:pt x="4546790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803910">
              <a:lnSpc>
                <a:spcPts val="4800"/>
              </a:lnSpc>
              <a:spcBef>
                <a:spcPts val="660"/>
              </a:spcBef>
            </a:pPr>
            <a:r>
              <a:rPr spc="120" dirty="0"/>
              <a:t>Healthcare's</a:t>
            </a:r>
            <a:r>
              <a:rPr spc="20" dirty="0"/>
              <a:t> </a:t>
            </a:r>
            <a:r>
              <a:rPr spc="185" dirty="0"/>
              <a:t>Missing </a:t>
            </a:r>
            <a:r>
              <a:rPr spc="180" dirty="0">
                <a:solidFill>
                  <a:srgbClr val="F49D0A"/>
                </a:solidFill>
              </a:rPr>
              <a:t>Infrastructure</a:t>
            </a:r>
            <a:r>
              <a:rPr spc="20" dirty="0">
                <a:solidFill>
                  <a:srgbClr val="F49D0A"/>
                </a:solidFill>
              </a:rPr>
              <a:t> </a:t>
            </a:r>
            <a:r>
              <a:rPr spc="120" dirty="0">
                <a:solidFill>
                  <a:srgbClr val="F49D0A"/>
                </a:solidFill>
              </a:rPr>
              <a:t>Layer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8A939D"/>
                </a:solidFill>
              </a:rPr>
              <a:t>Not</a:t>
            </a:r>
            <a:r>
              <a:rPr sz="1200" spc="-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a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niche product.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The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infrastructure layer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every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healthcare system</a:t>
            </a:r>
            <a:r>
              <a:rPr sz="1200" spc="-15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needs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but</a:t>
            </a:r>
            <a:r>
              <a:rPr sz="1200" spc="-10" dirty="0">
                <a:solidFill>
                  <a:srgbClr val="8A939D"/>
                </a:solidFill>
              </a:rPr>
              <a:t> </a:t>
            </a:r>
            <a:r>
              <a:rPr sz="1200" dirty="0">
                <a:solidFill>
                  <a:srgbClr val="8A939D"/>
                </a:solidFill>
              </a:rPr>
              <a:t>doesn't</a:t>
            </a:r>
            <a:r>
              <a:rPr sz="1200" spc="-10" dirty="0">
                <a:solidFill>
                  <a:srgbClr val="8A939D"/>
                </a:solidFill>
              </a:rPr>
              <a:t> have.</a:t>
            </a:r>
            <a:endParaRPr sz="1200"/>
          </a:p>
        </p:txBody>
      </p:sp>
      <p:grpSp>
        <p:nvGrpSpPr>
          <p:cNvPr id="65" name="object 65"/>
          <p:cNvGrpSpPr/>
          <p:nvPr/>
        </p:nvGrpSpPr>
        <p:grpSpPr>
          <a:xfrm>
            <a:off x="5769000" y="2428925"/>
            <a:ext cx="4591685" cy="1898650"/>
            <a:chOff x="5769000" y="2428925"/>
            <a:chExt cx="4591685" cy="1898650"/>
          </a:xfrm>
        </p:grpSpPr>
        <p:sp>
          <p:nvSpPr>
            <p:cNvPr id="66" name="object 66"/>
            <p:cNvSpPr/>
            <p:nvPr/>
          </p:nvSpPr>
          <p:spPr>
            <a:xfrm>
              <a:off x="5778360" y="2438285"/>
              <a:ext cx="4572635" cy="1880235"/>
            </a:xfrm>
            <a:custGeom>
              <a:avLst/>
              <a:gdLst/>
              <a:ahLst/>
              <a:cxnLst/>
              <a:rect l="l" t="t" r="r" b="b"/>
              <a:pathLst>
                <a:path w="4572634" h="1880235">
                  <a:moveTo>
                    <a:pt x="4445279" y="0"/>
                  </a:moveTo>
                  <a:lnTo>
                    <a:pt x="127076" y="0"/>
                  </a:lnTo>
                  <a:lnTo>
                    <a:pt x="77607" y="9982"/>
                  </a:lnTo>
                  <a:lnTo>
                    <a:pt x="37215" y="37210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752828"/>
                  </a:lnTo>
                  <a:lnTo>
                    <a:pt x="9984" y="1802304"/>
                  </a:lnTo>
                  <a:lnTo>
                    <a:pt x="37215" y="1842700"/>
                  </a:lnTo>
                  <a:lnTo>
                    <a:pt x="77607" y="1869932"/>
                  </a:lnTo>
                  <a:lnTo>
                    <a:pt x="127076" y="1879917"/>
                  </a:lnTo>
                  <a:lnTo>
                    <a:pt x="4445279" y="1879917"/>
                  </a:lnTo>
                  <a:lnTo>
                    <a:pt x="4494753" y="1869932"/>
                  </a:lnTo>
                  <a:lnTo>
                    <a:pt x="4535144" y="1842700"/>
                  </a:lnTo>
                  <a:lnTo>
                    <a:pt x="4562372" y="1802304"/>
                  </a:lnTo>
                  <a:lnTo>
                    <a:pt x="4572355" y="1752828"/>
                  </a:lnTo>
                  <a:lnTo>
                    <a:pt x="4572355" y="127076"/>
                  </a:lnTo>
                  <a:lnTo>
                    <a:pt x="4562372" y="77602"/>
                  </a:lnTo>
                  <a:lnTo>
                    <a:pt x="4535144" y="37210"/>
                  </a:lnTo>
                  <a:lnTo>
                    <a:pt x="4494753" y="9982"/>
                  </a:lnTo>
                  <a:lnTo>
                    <a:pt x="4445279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778360" y="2438285"/>
              <a:ext cx="4572635" cy="1880235"/>
            </a:xfrm>
            <a:custGeom>
              <a:avLst/>
              <a:gdLst/>
              <a:ahLst/>
              <a:cxnLst/>
              <a:rect l="l" t="t" r="r" b="b"/>
              <a:pathLst>
                <a:path w="4572634" h="1880235">
                  <a:moveTo>
                    <a:pt x="127076" y="1879917"/>
                  </a:moveTo>
                  <a:lnTo>
                    <a:pt x="4445279" y="1879917"/>
                  </a:lnTo>
                  <a:lnTo>
                    <a:pt x="4494753" y="1869932"/>
                  </a:lnTo>
                  <a:lnTo>
                    <a:pt x="4535144" y="1842700"/>
                  </a:lnTo>
                  <a:lnTo>
                    <a:pt x="4562372" y="1802304"/>
                  </a:lnTo>
                  <a:lnTo>
                    <a:pt x="4572355" y="1752828"/>
                  </a:lnTo>
                  <a:lnTo>
                    <a:pt x="4572355" y="127076"/>
                  </a:lnTo>
                  <a:lnTo>
                    <a:pt x="4562372" y="77602"/>
                  </a:lnTo>
                  <a:lnTo>
                    <a:pt x="4535144" y="37210"/>
                  </a:lnTo>
                  <a:lnTo>
                    <a:pt x="4494753" y="9982"/>
                  </a:lnTo>
                  <a:lnTo>
                    <a:pt x="4445279" y="0"/>
                  </a:lnTo>
                  <a:lnTo>
                    <a:pt x="127076" y="0"/>
                  </a:lnTo>
                  <a:lnTo>
                    <a:pt x="77607" y="9982"/>
                  </a:lnTo>
                  <a:lnTo>
                    <a:pt x="37215" y="37210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752828"/>
                  </a:lnTo>
                  <a:lnTo>
                    <a:pt x="9984" y="1802304"/>
                  </a:lnTo>
                  <a:lnTo>
                    <a:pt x="37215" y="1842700"/>
                  </a:lnTo>
                  <a:lnTo>
                    <a:pt x="77607" y="1869932"/>
                  </a:lnTo>
                  <a:lnTo>
                    <a:pt x="127076" y="1879917"/>
                  </a:lnTo>
                  <a:close/>
                </a:path>
              </a:pathLst>
            </a:custGeom>
            <a:ln w="1871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/>
          <p:nvPr/>
        </p:nvSpPr>
        <p:spPr>
          <a:xfrm>
            <a:off x="5778360" y="2450884"/>
            <a:ext cx="4572635" cy="64135"/>
          </a:xfrm>
          <a:custGeom>
            <a:avLst/>
            <a:gdLst/>
            <a:ahLst/>
            <a:cxnLst/>
            <a:rect l="l" t="t" r="r" b="b"/>
            <a:pathLst>
              <a:path w="4572634" h="64135">
                <a:moveTo>
                  <a:pt x="4546803" y="0"/>
                </a:moveTo>
                <a:lnTo>
                  <a:pt x="25196" y="0"/>
                </a:lnTo>
                <a:lnTo>
                  <a:pt x="15339" y="2019"/>
                </a:lnTo>
                <a:lnTo>
                  <a:pt x="7335" y="7513"/>
                </a:lnTo>
                <a:lnTo>
                  <a:pt x="1963" y="15639"/>
                </a:lnTo>
                <a:lnTo>
                  <a:pt x="0" y="25552"/>
                </a:lnTo>
                <a:lnTo>
                  <a:pt x="0" y="38150"/>
                </a:lnTo>
                <a:lnTo>
                  <a:pt x="1963" y="48276"/>
                </a:lnTo>
                <a:lnTo>
                  <a:pt x="7335" y="56511"/>
                </a:lnTo>
                <a:lnTo>
                  <a:pt x="15339" y="62046"/>
                </a:lnTo>
                <a:lnTo>
                  <a:pt x="25196" y="64071"/>
                </a:lnTo>
                <a:lnTo>
                  <a:pt x="4546803" y="64071"/>
                </a:lnTo>
                <a:lnTo>
                  <a:pt x="4556716" y="62046"/>
                </a:lnTo>
                <a:lnTo>
                  <a:pt x="4564841" y="56511"/>
                </a:lnTo>
                <a:lnTo>
                  <a:pt x="4570336" y="48276"/>
                </a:lnTo>
                <a:lnTo>
                  <a:pt x="4572355" y="38150"/>
                </a:lnTo>
                <a:lnTo>
                  <a:pt x="4572355" y="25552"/>
                </a:lnTo>
                <a:lnTo>
                  <a:pt x="4570336" y="15639"/>
                </a:lnTo>
                <a:lnTo>
                  <a:pt x="4564841" y="7513"/>
                </a:lnTo>
                <a:lnTo>
                  <a:pt x="4556716" y="2019"/>
                </a:lnTo>
                <a:lnTo>
                  <a:pt x="4546803" y="0"/>
                </a:lnTo>
                <a:close/>
              </a:path>
            </a:pathLst>
          </a:custGeom>
          <a:solidFill>
            <a:srgbClr val="F4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2378786" y="2972053"/>
            <a:ext cx="1927860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0C8A6"/>
                </a:solidFill>
                <a:latin typeface="Arial MT"/>
                <a:cs typeface="Arial MT"/>
              </a:rPr>
              <a:t>45,000</a:t>
            </a:r>
            <a:r>
              <a:rPr sz="3000" spc="-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3000" spc="50" dirty="0">
                <a:solidFill>
                  <a:srgbClr val="00C8A6"/>
                </a:solidFill>
                <a:latin typeface="Arial MT"/>
                <a:cs typeface="Arial MT"/>
              </a:rPr>
              <a:t>Cr</a:t>
            </a:r>
            <a:endParaRPr sz="3000">
              <a:latin typeface="Arial MT"/>
              <a:cs typeface="Arial MT"/>
            </a:endParaRPr>
          </a:p>
          <a:p>
            <a:pPr marR="73025" algn="ctr">
              <a:lnSpc>
                <a:spcPct val="100000"/>
              </a:lnSpc>
              <a:spcBef>
                <a:spcPts val="10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TOTAL</a:t>
            </a:r>
            <a:r>
              <a:rPr sz="900" spc="8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MARKET</a:t>
            </a:r>
            <a:endParaRPr sz="900">
              <a:latin typeface="Arial MT"/>
              <a:cs typeface="Arial MT"/>
            </a:endParaRPr>
          </a:p>
          <a:p>
            <a:pPr marR="59055" algn="ctr">
              <a:lnSpc>
                <a:spcPct val="100000"/>
              </a:lnSpc>
              <a:spcBef>
                <a:spcPts val="72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Rural +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urban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healthtech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India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2028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0531437" y="2428925"/>
            <a:ext cx="4591685" cy="1898650"/>
            <a:chOff x="10531437" y="2428925"/>
            <a:chExt cx="4591685" cy="1898650"/>
          </a:xfrm>
        </p:grpSpPr>
        <p:sp>
          <p:nvSpPr>
            <p:cNvPr id="71" name="object 71"/>
            <p:cNvSpPr/>
            <p:nvPr/>
          </p:nvSpPr>
          <p:spPr>
            <a:xfrm>
              <a:off x="10540796" y="2438285"/>
              <a:ext cx="4572635" cy="1880235"/>
            </a:xfrm>
            <a:custGeom>
              <a:avLst/>
              <a:gdLst/>
              <a:ahLst/>
              <a:cxnLst/>
              <a:rect l="l" t="t" r="r" b="b"/>
              <a:pathLst>
                <a:path w="4572634" h="1880235">
                  <a:moveTo>
                    <a:pt x="4445279" y="0"/>
                  </a:moveTo>
                  <a:lnTo>
                    <a:pt x="127088" y="0"/>
                  </a:lnTo>
                  <a:lnTo>
                    <a:pt x="77613" y="9982"/>
                  </a:lnTo>
                  <a:lnTo>
                    <a:pt x="37217" y="37210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752828"/>
                  </a:lnTo>
                  <a:lnTo>
                    <a:pt x="9984" y="1802304"/>
                  </a:lnTo>
                  <a:lnTo>
                    <a:pt x="37217" y="1842700"/>
                  </a:lnTo>
                  <a:lnTo>
                    <a:pt x="77613" y="1869932"/>
                  </a:lnTo>
                  <a:lnTo>
                    <a:pt x="127088" y="1879917"/>
                  </a:lnTo>
                  <a:lnTo>
                    <a:pt x="4445279" y="1879917"/>
                  </a:lnTo>
                  <a:lnTo>
                    <a:pt x="4494755" y="1869932"/>
                  </a:lnTo>
                  <a:lnTo>
                    <a:pt x="4535150" y="1842700"/>
                  </a:lnTo>
                  <a:lnTo>
                    <a:pt x="4562383" y="1802304"/>
                  </a:lnTo>
                  <a:lnTo>
                    <a:pt x="4572368" y="1752828"/>
                  </a:lnTo>
                  <a:lnTo>
                    <a:pt x="4572368" y="127076"/>
                  </a:lnTo>
                  <a:lnTo>
                    <a:pt x="4562383" y="77602"/>
                  </a:lnTo>
                  <a:lnTo>
                    <a:pt x="4535150" y="37210"/>
                  </a:lnTo>
                  <a:lnTo>
                    <a:pt x="4494755" y="9982"/>
                  </a:lnTo>
                  <a:lnTo>
                    <a:pt x="4445279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540796" y="2438285"/>
              <a:ext cx="4572635" cy="1880235"/>
            </a:xfrm>
            <a:custGeom>
              <a:avLst/>
              <a:gdLst/>
              <a:ahLst/>
              <a:cxnLst/>
              <a:rect l="l" t="t" r="r" b="b"/>
              <a:pathLst>
                <a:path w="4572634" h="1880235">
                  <a:moveTo>
                    <a:pt x="127088" y="1879917"/>
                  </a:moveTo>
                  <a:lnTo>
                    <a:pt x="4445279" y="1879917"/>
                  </a:lnTo>
                  <a:lnTo>
                    <a:pt x="4494755" y="1869932"/>
                  </a:lnTo>
                  <a:lnTo>
                    <a:pt x="4535150" y="1842700"/>
                  </a:lnTo>
                  <a:lnTo>
                    <a:pt x="4562383" y="1802304"/>
                  </a:lnTo>
                  <a:lnTo>
                    <a:pt x="4572368" y="1752828"/>
                  </a:lnTo>
                  <a:lnTo>
                    <a:pt x="4572368" y="127076"/>
                  </a:lnTo>
                  <a:lnTo>
                    <a:pt x="4562383" y="77602"/>
                  </a:lnTo>
                  <a:lnTo>
                    <a:pt x="4535150" y="37210"/>
                  </a:lnTo>
                  <a:lnTo>
                    <a:pt x="4494755" y="9982"/>
                  </a:lnTo>
                  <a:lnTo>
                    <a:pt x="4445279" y="0"/>
                  </a:lnTo>
                  <a:lnTo>
                    <a:pt x="127088" y="0"/>
                  </a:lnTo>
                  <a:lnTo>
                    <a:pt x="77613" y="9982"/>
                  </a:lnTo>
                  <a:lnTo>
                    <a:pt x="37217" y="37210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752828"/>
                  </a:lnTo>
                  <a:lnTo>
                    <a:pt x="9984" y="1802304"/>
                  </a:lnTo>
                  <a:lnTo>
                    <a:pt x="37217" y="1842700"/>
                  </a:lnTo>
                  <a:lnTo>
                    <a:pt x="77613" y="1869932"/>
                  </a:lnTo>
                  <a:lnTo>
                    <a:pt x="127088" y="1879917"/>
                  </a:lnTo>
                  <a:close/>
                </a:path>
              </a:pathLst>
            </a:custGeom>
            <a:ln w="1871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540796" y="2450884"/>
              <a:ext cx="4572635" cy="64135"/>
            </a:xfrm>
            <a:custGeom>
              <a:avLst/>
              <a:gdLst/>
              <a:ahLst/>
              <a:cxnLst/>
              <a:rect l="l" t="t" r="r" b="b"/>
              <a:pathLst>
                <a:path w="4572634" h="64135">
                  <a:moveTo>
                    <a:pt x="4547158" y="0"/>
                  </a:moveTo>
                  <a:lnTo>
                    <a:pt x="25565" y="0"/>
                  </a:lnTo>
                  <a:lnTo>
                    <a:pt x="15644" y="2019"/>
                  </a:lnTo>
                  <a:lnTo>
                    <a:pt x="7515" y="7513"/>
                  </a:lnTo>
                  <a:lnTo>
                    <a:pt x="2019" y="15639"/>
                  </a:lnTo>
                  <a:lnTo>
                    <a:pt x="0" y="25552"/>
                  </a:lnTo>
                  <a:lnTo>
                    <a:pt x="0" y="38150"/>
                  </a:lnTo>
                  <a:lnTo>
                    <a:pt x="2019" y="48276"/>
                  </a:lnTo>
                  <a:lnTo>
                    <a:pt x="7515" y="56511"/>
                  </a:lnTo>
                  <a:lnTo>
                    <a:pt x="15644" y="62046"/>
                  </a:lnTo>
                  <a:lnTo>
                    <a:pt x="25565" y="64071"/>
                  </a:lnTo>
                  <a:lnTo>
                    <a:pt x="4547158" y="64071"/>
                  </a:lnTo>
                  <a:lnTo>
                    <a:pt x="4557023" y="62046"/>
                  </a:lnTo>
                  <a:lnTo>
                    <a:pt x="4565030" y="56511"/>
                  </a:lnTo>
                  <a:lnTo>
                    <a:pt x="4570404" y="48276"/>
                  </a:lnTo>
                  <a:lnTo>
                    <a:pt x="4572368" y="38150"/>
                  </a:lnTo>
                  <a:lnTo>
                    <a:pt x="4572368" y="25552"/>
                  </a:lnTo>
                  <a:lnTo>
                    <a:pt x="4570404" y="15639"/>
                  </a:lnTo>
                  <a:lnTo>
                    <a:pt x="4565030" y="7513"/>
                  </a:lnTo>
                  <a:lnTo>
                    <a:pt x="4557023" y="2019"/>
                  </a:lnTo>
                  <a:lnTo>
                    <a:pt x="4547158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182980" y="2972053"/>
            <a:ext cx="1779270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49D0A"/>
                </a:solidFill>
                <a:latin typeface="Arial MT"/>
                <a:cs typeface="Arial MT"/>
              </a:rPr>
              <a:t>8,500</a:t>
            </a:r>
            <a:r>
              <a:rPr sz="3000" spc="-20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3000" spc="50" dirty="0">
                <a:solidFill>
                  <a:srgbClr val="F49D0A"/>
                </a:solidFill>
                <a:latin typeface="Arial MT"/>
                <a:cs typeface="Arial MT"/>
              </a:rPr>
              <a:t>Cr</a:t>
            </a:r>
            <a:endParaRPr sz="3000">
              <a:latin typeface="Arial MT"/>
              <a:cs typeface="Arial MT"/>
            </a:endParaRPr>
          </a:p>
          <a:p>
            <a:pPr marR="7620" algn="ctr">
              <a:lnSpc>
                <a:spcPct val="100000"/>
              </a:lnSpc>
              <a:spcBef>
                <a:spcPts val="1000"/>
              </a:spcBef>
            </a:pP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SERVICEABLE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IoT health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monitoring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160K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939295" y="2972053"/>
            <a:ext cx="1786889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7B39EC"/>
                </a:solidFill>
                <a:latin typeface="Arial MT"/>
                <a:cs typeface="Arial MT"/>
              </a:rPr>
              <a:t>1,200</a:t>
            </a:r>
            <a:r>
              <a:rPr sz="3000" spc="-20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3000" spc="50" dirty="0">
                <a:solidFill>
                  <a:srgbClr val="7B39EC"/>
                </a:solidFill>
                <a:latin typeface="Arial MT"/>
                <a:cs typeface="Arial MT"/>
              </a:rPr>
              <a:t>Cr</a:t>
            </a:r>
            <a:endParaRPr sz="3000">
              <a:latin typeface="Arial MT"/>
              <a:cs typeface="Arial MT"/>
            </a:endParaRPr>
          </a:p>
          <a:p>
            <a:pPr marR="1905" algn="ctr">
              <a:lnSpc>
                <a:spcPct val="100000"/>
              </a:lnSpc>
              <a:spcBef>
                <a:spcPts val="10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INITIAL</a:t>
            </a:r>
            <a:r>
              <a:rPr sz="900" spc="9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TARGET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6 priority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states,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PHC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home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care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021854" y="4628704"/>
            <a:ext cx="4585335" cy="1321435"/>
            <a:chOff x="1021854" y="4628704"/>
            <a:chExt cx="4585335" cy="1321435"/>
          </a:xfrm>
        </p:grpSpPr>
        <p:sp>
          <p:nvSpPr>
            <p:cNvPr id="77" name="object 77"/>
            <p:cNvSpPr/>
            <p:nvPr/>
          </p:nvSpPr>
          <p:spPr>
            <a:xfrm>
              <a:off x="1028153" y="4635004"/>
              <a:ext cx="4572635" cy="1308735"/>
            </a:xfrm>
            <a:custGeom>
              <a:avLst/>
              <a:gdLst/>
              <a:ahLst/>
              <a:cxnLst/>
              <a:rect l="l" t="t" r="r" b="b"/>
              <a:pathLst>
                <a:path w="4572635" h="1308735">
                  <a:moveTo>
                    <a:pt x="4445292" y="0"/>
                  </a:moveTo>
                  <a:lnTo>
                    <a:pt x="127088" y="0"/>
                  </a:lnTo>
                  <a:lnTo>
                    <a:pt x="77463" y="9982"/>
                  </a:lnTo>
                  <a:lnTo>
                    <a:pt x="37084" y="37211"/>
                  </a:lnTo>
                  <a:lnTo>
                    <a:pt x="9934" y="77602"/>
                  </a:lnTo>
                  <a:lnTo>
                    <a:pt x="0" y="127076"/>
                  </a:lnTo>
                  <a:lnTo>
                    <a:pt x="0" y="1181519"/>
                  </a:lnTo>
                  <a:lnTo>
                    <a:pt x="9934" y="1230987"/>
                  </a:lnTo>
                  <a:lnTo>
                    <a:pt x="37084" y="1271379"/>
                  </a:lnTo>
                  <a:lnTo>
                    <a:pt x="77463" y="1298610"/>
                  </a:lnTo>
                  <a:lnTo>
                    <a:pt x="127088" y="1308595"/>
                  </a:lnTo>
                  <a:lnTo>
                    <a:pt x="4445292" y="1308595"/>
                  </a:lnTo>
                  <a:lnTo>
                    <a:pt x="4494760" y="1298610"/>
                  </a:lnTo>
                  <a:lnTo>
                    <a:pt x="4535152" y="1271379"/>
                  </a:lnTo>
                  <a:lnTo>
                    <a:pt x="4562383" y="1230987"/>
                  </a:lnTo>
                  <a:lnTo>
                    <a:pt x="4572368" y="1181519"/>
                  </a:lnTo>
                  <a:lnTo>
                    <a:pt x="4572368" y="127076"/>
                  </a:lnTo>
                  <a:lnTo>
                    <a:pt x="4562383" y="77602"/>
                  </a:lnTo>
                  <a:lnTo>
                    <a:pt x="4535152" y="37211"/>
                  </a:lnTo>
                  <a:lnTo>
                    <a:pt x="4494760" y="9982"/>
                  </a:lnTo>
                  <a:lnTo>
                    <a:pt x="4445292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028153" y="4635004"/>
              <a:ext cx="4572635" cy="1308735"/>
            </a:xfrm>
            <a:custGeom>
              <a:avLst/>
              <a:gdLst/>
              <a:ahLst/>
              <a:cxnLst/>
              <a:rect l="l" t="t" r="r" b="b"/>
              <a:pathLst>
                <a:path w="4572635" h="1308735">
                  <a:moveTo>
                    <a:pt x="127088" y="1308595"/>
                  </a:moveTo>
                  <a:lnTo>
                    <a:pt x="4445292" y="1308595"/>
                  </a:lnTo>
                  <a:lnTo>
                    <a:pt x="4494760" y="1298610"/>
                  </a:lnTo>
                  <a:lnTo>
                    <a:pt x="4535152" y="1271379"/>
                  </a:lnTo>
                  <a:lnTo>
                    <a:pt x="4562383" y="1230987"/>
                  </a:lnTo>
                  <a:lnTo>
                    <a:pt x="4572368" y="1181519"/>
                  </a:lnTo>
                  <a:lnTo>
                    <a:pt x="4572368" y="127076"/>
                  </a:lnTo>
                  <a:lnTo>
                    <a:pt x="4562383" y="77602"/>
                  </a:lnTo>
                  <a:lnTo>
                    <a:pt x="4535152" y="37211"/>
                  </a:lnTo>
                  <a:lnTo>
                    <a:pt x="4494760" y="9982"/>
                  </a:lnTo>
                  <a:lnTo>
                    <a:pt x="4445292" y="0"/>
                  </a:lnTo>
                  <a:lnTo>
                    <a:pt x="127088" y="0"/>
                  </a:lnTo>
                  <a:lnTo>
                    <a:pt x="77463" y="9982"/>
                  </a:lnTo>
                  <a:lnTo>
                    <a:pt x="37084" y="37211"/>
                  </a:lnTo>
                  <a:lnTo>
                    <a:pt x="9934" y="77602"/>
                  </a:lnTo>
                  <a:lnTo>
                    <a:pt x="0" y="127076"/>
                  </a:lnTo>
                  <a:lnTo>
                    <a:pt x="0" y="1181519"/>
                  </a:lnTo>
                  <a:lnTo>
                    <a:pt x="9934" y="1230987"/>
                  </a:lnTo>
                  <a:lnTo>
                    <a:pt x="37084" y="1271379"/>
                  </a:lnTo>
                  <a:lnTo>
                    <a:pt x="77463" y="1298610"/>
                  </a:lnTo>
                  <a:lnTo>
                    <a:pt x="127088" y="1308595"/>
                  </a:lnTo>
                  <a:close/>
                </a:path>
              </a:pathLst>
            </a:custGeom>
            <a:ln w="1259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003223" y="4470387"/>
            <a:ext cx="10217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D7580"/>
                </a:solidFill>
                <a:latin typeface="Arial MT"/>
                <a:cs typeface="Arial MT"/>
              </a:rPr>
              <a:t>REVENUE</a:t>
            </a:r>
            <a:r>
              <a:rPr sz="900" spc="-25" dirty="0">
                <a:solidFill>
                  <a:srgbClr val="6D7580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D7580"/>
                </a:solidFill>
                <a:latin typeface="Arial MT"/>
                <a:cs typeface="Arial MT"/>
              </a:rPr>
              <a:t>MODEL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4572000" y="4927320"/>
            <a:ext cx="0" cy="724535"/>
          </a:xfrm>
          <a:custGeom>
            <a:avLst/>
            <a:gdLst/>
            <a:ahLst/>
            <a:cxnLst/>
            <a:rect l="l" t="t" r="r" b="b"/>
            <a:pathLst>
              <a:path h="724535">
                <a:moveTo>
                  <a:pt x="0" y="723963"/>
                </a:moveTo>
                <a:lnTo>
                  <a:pt x="0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206614" y="4838662"/>
            <a:ext cx="121666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C8A6"/>
                </a:solidFill>
                <a:latin typeface="Arial MT"/>
                <a:cs typeface="Arial MT"/>
              </a:rPr>
              <a:t>B2G</a:t>
            </a:r>
            <a:r>
              <a:rPr sz="1100" spc="35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0C8A6"/>
                </a:solidFill>
                <a:latin typeface="Arial MT"/>
                <a:cs typeface="Arial MT"/>
              </a:rPr>
              <a:t>Government</a:t>
            </a:r>
            <a:endParaRPr sz="1100">
              <a:latin typeface="Arial MT"/>
              <a:cs typeface="Arial MT"/>
            </a:endParaRPr>
          </a:p>
          <a:p>
            <a:pPr marL="108585">
              <a:lnSpc>
                <a:spcPct val="100000"/>
              </a:lnSpc>
              <a:spcBef>
                <a:spcPts val="78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3L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PHC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year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×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15,000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PHCs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708344" y="4628704"/>
            <a:ext cx="4585335" cy="1321435"/>
            <a:chOff x="5708344" y="4628704"/>
            <a:chExt cx="4585335" cy="1321435"/>
          </a:xfrm>
        </p:grpSpPr>
        <p:sp>
          <p:nvSpPr>
            <p:cNvPr id="83" name="object 83"/>
            <p:cNvSpPr/>
            <p:nvPr/>
          </p:nvSpPr>
          <p:spPr>
            <a:xfrm>
              <a:off x="5714644" y="4635004"/>
              <a:ext cx="4572635" cy="1308735"/>
            </a:xfrm>
            <a:custGeom>
              <a:avLst/>
              <a:gdLst/>
              <a:ahLst/>
              <a:cxnLst/>
              <a:rect l="l" t="t" r="r" b="b"/>
              <a:pathLst>
                <a:path w="4572634" h="1308735">
                  <a:moveTo>
                    <a:pt x="4445279" y="0"/>
                  </a:moveTo>
                  <a:lnTo>
                    <a:pt x="127076" y="0"/>
                  </a:lnTo>
                  <a:lnTo>
                    <a:pt x="77602" y="9982"/>
                  </a:lnTo>
                  <a:lnTo>
                    <a:pt x="37211" y="37211"/>
                  </a:lnTo>
                  <a:lnTo>
                    <a:pt x="9982" y="77602"/>
                  </a:lnTo>
                  <a:lnTo>
                    <a:pt x="0" y="127076"/>
                  </a:lnTo>
                  <a:lnTo>
                    <a:pt x="0" y="1181519"/>
                  </a:lnTo>
                  <a:lnTo>
                    <a:pt x="9982" y="1230987"/>
                  </a:lnTo>
                  <a:lnTo>
                    <a:pt x="37211" y="1271379"/>
                  </a:lnTo>
                  <a:lnTo>
                    <a:pt x="77602" y="1298610"/>
                  </a:lnTo>
                  <a:lnTo>
                    <a:pt x="127076" y="1308595"/>
                  </a:lnTo>
                  <a:lnTo>
                    <a:pt x="4445279" y="1308595"/>
                  </a:lnTo>
                  <a:lnTo>
                    <a:pt x="4494747" y="1298610"/>
                  </a:lnTo>
                  <a:lnTo>
                    <a:pt x="4535139" y="1271379"/>
                  </a:lnTo>
                  <a:lnTo>
                    <a:pt x="4562370" y="1230987"/>
                  </a:lnTo>
                  <a:lnTo>
                    <a:pt x="4572355" y="1181519"/>
                  </a:lnTo>
                  <a:lnTo>
                    <a:pt x="4572355" y="127076"/>
                  </a:lnTo>
                  <a:lnTo>
                    <a:pt x="4562370" y="77602"/>
                  </a:lnTo>
                  <a:lnTo>
                    <a:pt x="4535139" y="37211"/>
                  </a:lnTo>
                  <a:lnTo>
                    <a:pt x="4494747" y="9982"/>
                  </a:lnTo>
                  <a:lnTo>
                    <a:pt x="4445279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714644" y="4635004"/>
              <a:ext cx="4572635" cy="1308735"/>
            </a:xfrm>
            <a:custGeom>
              <a:avLst/>
              <a:gdLst/>
              <a:ahLst/>
              <a:cxnLst/>
              <a:rect l="l" t="t" r="r" b="b"/>
              <a:pathLst>
                <a:path w="4572634" h="1308735">
                  <a:moveTo>
                    <a:pt x="127076" y="1308595"/>
                  </a:moveTo>
                  <a:lnTo>
                    <a:pt x="4445279" y="1308595"/>
                  </a:lnTo>
                  <a:lnTo>
                    <a:pt x="4494747" y="1298610"/>
                  </a:lnTo>
                  <a:lnTo>
                    <a:pt x="4535139" y="1271379"/>
                  </a:lnTo>
                  <a:lnTo>
                    <a:pt x="4562370" y="1230987"/>
                  </a:lnTo>
                  <a:lnTo>
                    <a:pt x="4572355" y="1181519"/>
                  </a:lnTo>
                  <a:lnTo>
                    <a:pt x="4572355" y="127076"/>
                  </a:lnTo>
                  <a:lnTo>
                    <a:pt x="4562370" y="77602"/>
                  </a:lnTo>
                  <a:lnTo>
                    <a:pt x="4535139" y="37211"/>
                  </a:lnTo>
                  <a:lnTo>
                    <a:pt x="4494747" y="9982"/>
                  </a:lnTo>
                  <a:lnTo>
                    <a:pt x="4445279" y="0"/>
                  </a:lnTo>
                  <a:lnTo>
                    <a:pt x="127076" y="0"/>
                  </a:lnTo>
                  <a:lnTo>
                    <a:pt x="77602" y="9982"/>
                  </a:lnTo>
                  <a:lnTo>
                    <a:pt x="37211" y="37211"/>
                  </a:lnTo>
                  <a:lnTo>
                    <a:pt x="9982" y="77602"/>
                  </a:lnTo>
                  <a:lnTo>
                    <a:pt x="0" y="127076"/>
                  </a:lnTo>
                  <a:lnTo>
                    <a:pt x="0" y="1181519"/>
                  </a:lnTo>
                  <a:lnTo>
                    <a:pt x="9982" y="1230987"/>
                  </a:lnTo>
                  <a:lnTo>
                    <a:pt x="37211" y="1271379"/>
                  </a:lnTo>
                  <a:lnTo>
                    <a:pt x="77602" y="1298610"/>
                  </a:lnTo>
                  <a:lnTo>
                    <a:pt x="127076" y="1308595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334436" y="4927320"/>
              <a:ext cx="0" cy="724535"/>
            </a:xfrm>
            <a:custGeom>
              <a:avLst/>
              <a:gdLst/>
              <a:ahLst/>
              <a:cxnLst/>
              <a:rect l="l" t="t" r="r" b="b"/>
              <a:pathLst>
                <a:path h="724535">
                  <a:moveTo>
                    <a:pt x="0" y="723963"/>
                  </a:moveTo>
                  <a:lnTo>
                    <a:pt x="0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4646777" y="5067249"/>
            <a:ext cx="866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9715" algn="l"/>
              </a:tabLst>
            </a:pPr>
            <a:r>
              <a:rPr sz="1200" spc="-50" dirty="0">
                <a:solidFill>
                  <a:srgbClr val="00C8A6"/>
                </a:solidFill>
                <a:latin typeface="Arial MT"/>
                <a:cs typeface="Arial MT"/>
              </a:rPr>
              <a:t>=</a:t>
            </a:r>
            <a:r>
              <a:rPr sz="1200" dirty="0">
                <a:solidFill>
                  <a:srgbClr val="00C8A6"/>
                </a:solidFill>
                <a:latin typeface="Arial MT"/>
                <a:cs typeface="Arial MT"/>
              </a:rPr>
              <a:t>	4,500</a:t>
            </a:r>
            <a:r>
              <a:rPr sz="1200" spc="-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00C8A6"/>
                </a:solidFill>
                <a:latin typeface="Arial MT"/>
                <a:cs typeface="Arial MT"/>
              </a:rPr>
              <a:t>Cr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969063" y="4838662"/>
            <a:ext cx="1077595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3A81F5"/>
                </a:solidFill>
                <a:latin typeface="Arial MT"/>
                <a:cs typeface="Arial MT"/>
              </a:rPr>
              <a:t>B2B</a:t>
            </a:r>
            <a:r>
              <a:rPr sz="1100" spc="395" dirty="0">
                <a:solidFill>
                  <a:srgbClr val="3A81F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3A81F5"/>
                </a:solidFill>
                <a:latin typeface="Arial MT"/>
                <a:cs typeface="Arial MT"/>
              </a:rPr>
              <a:t>Hospitals</a:t>
            </a:r>
            <a:endParaRPr sz="1100">
              <a:latin typeface="Arial MT"/>
              <a:cs typeface="Arial MT"/>
            </a:endParaRPr>
          </a:p>
          <a:p>
            <a:pPr marL="108585">
              <a:lnSpc>
                <a:spcPct val="100000"/>
              </a:lnSpc>
              <a:spcBef>
                <a:spcPts val="78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50K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ward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year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×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25,000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wards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0509300" y="4628704"/>
            <a:ext cx="4585335" cy="1321435"/>
            <a:chOff x="10509300" y="4628704"/>
            <a:chExt cx="4585335" cy="1321435"/>
          </a:xfrm>
        </p:grpSpPr>
        <p:sp>
          <p:nvSpPr>
            <p:cNvPr id="89" name="object 89"/>
            <p:cNvSpPr/>
            <p:nvPr/>
          </p:nvSpPr>
          <p:spPr>
            <a:xfrm>
              <a:off x="10515600" y="4635004"/>
              <a:ext cx="4572635" cy="1308735"/>
            </a:xfrm>
            <a:custGeom>
              <a:avLst/>
              <a:gdLst/>
              <a:ahLst/>
              <a:cxnLst/>
              <a:rect l="l" t="t" r="r" b="b"/>
              <a:pathLst>
                <a:path w="4572634" h="1308735">
                  <a:moveTo>
                    <a:pt x="4445279" y="0"/>
                  </a:moveTo>
                  <a:lnTo>
                    <a:pt x="127076" y="0"/>
                  </a:lnTo>
                  <a:lnTo>
                    <a:pt x="77607" y="9982"/>
                  </a:lnTo>
                  <a:lnTo>
                    <a:pt x="37215" y="37211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181519"/>
                  </a:lnTo>
                  <a:lnTo>
                    <a:pt x="9984" y="1230987"/>
                  </a:lnTo>
                  <a:lnTo>
                    <a:pt x="37215" y="1271379"/>
                  </a:lnTo>
                  <a:lnTo>
                    <a:pt x="77607" y="1298610"/>
                  </a:lnTo>
                  <a:lnTo>
                    <a:pt x="127076" y="1308595"/>
                  </a:lnTo>
                  <a:lnTo>
                    <a:pt x="4445279" y="1308595"/>
                  </a:lnTo>
                  <a:lnTo>
                    <a:pt x="4494753" y="1298610"/>
                  </a:lnTo>
                  <a:lnTo>
                    <a:pt x="4535144" y="1271379"/>
                  </a:lnTo>
                  <a:lnTo>
                    <a:pt x="4562372" y="1230987"/>
                  </a:lnTo>
                  <a:lnTo>
                    <a:pt x="4572355" y="1181519"/>
                  </a:lnTo>
                  <a:lnTo>
                    <a:pt x="4572355" y="127076"/>
                  </a:lnTo>
                  <a:lnTo>
                    <a:pt x="4562372" y="77602"/>
                  </a:lnTo>
                  <a:lnTo>
                    <a:pt x="4535144" y="37211"/>
                  </a:lnTo>
                  <a:lnTo>
                    <a:pt x="4494753" y="9982"/>
                  </a:lnTo>
                  <a:lnTo>
                    <a:pt x="4445279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0515600" y="4635004"/>
              <a:ext cx="4572635" cy="1308735"/>
            </a:xfrm>
            <a:custGeom>
              <a:avLst/>
              <a:gdLst/>
              <a:ahLst/>
              <a:cxnLst/>
              <a:rect l="l" t="t" r="r" b="b"/>
              <a:pathLst>
                <a:path w="4572634" h="1308735">
                  <a:moveTo>
                    <a:pt x="127076" y="1308595"/>
                  </a:moveTo>
                  <a:lnTo>
                    <a:pt x="4445279" y="1308595"/>
                  </a:lnTo>
                  <a:lnTo>
                    <a:pt x="4494753" y="1298610"/>
                  </a:lnTo>
                  <a:lnTo>
                    <a:pt x="4535144" y="1271379"/>
                  </a:lnTo>
                  <a:lnTo>
                    <a:pt x="4562372" y="1230987"/>
                  </a:lnTo>
                  <a:lnTo>
                    <a:pt x="4572355" y="1181519"/>
                  </a:lnTo>
                  <a:lnTo>
                    <a:pt x="4572355" y="127076"/>
                  </a:lnTo>
                  <a:lnTo>
                    <a:pt x="4562372" y="77602"/>
                  </a:lnTo>
                  <a:lnTo>
                    <a:pt x="4535144" y="37211"/>
                  </a:lnTo>
                  <a:lnTo>
                    <a:pt x="4494753" y="9982"/>
                  </a:lnTo>
                  <a:lnTo>
                    <a:pt x="4445279" y="0"/>
                  </a:lnTo>
                  <a:lnTo>
                    <a:pt x="127076" y="0"/>
                  </a:lnTo>
                  <a:lnTo>
                    <a:pt x="77607" y="9982"/>
                  </a:lnTo>
                  <a:lnTo>
                    <a:pt x="37215" y="37211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181519"/>
                  </a:lnTo>
                  <a:lnTo>
                    <a:pt x="9984" y="1230987"/>
                  </a:lnTo>
                  <a:lnTo>
                    <a:pt x="37215" y="1271379"/>
                  </a:lnTo>
                  <a:lnTo>
                    <a:pt x="77607" y="1298610"/>
                  </a:lnTo>
                  <a:lnTo>
                    <a:pt x="127076" y="1308595"/>
                  </a:lnTo>
                  <a:close/>
                </a:path>
              </a:pathLst>
            </a:custGeom>
            <a:ln w="12599">
              <a:solidFill>
                <a:srgbClr val="0FB8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4096886" y="4927320"/>
              <a:ext cx="0" cy="724535"/>
            </a:xfrm>
            <a:custGeom>
              <a:avLst/>
              <a:gdLst/>
              <a:ahLst/>
              <a:cxnLst/>
              <a:rect l="l" t="t" r="r" b="b"/>
              <a:pathLst>
                <a:path h="724535">
                  <a:moveTo>
                    <a:pt x="0" y="723963"/>
                  </a:moveTo>
                  <a:lnTo>
                    <a:pt x="0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9409582" y="5067249"/>
            <a:ext cx="866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9715" algn="l"/>
              </a:tabLst>
            </a:pPr>
            <a:r>
              <a:rPr sz="1200" spc="-50" dirty="0">
                <a:solidFill>
                  <a:srgbClr val="3A81F5"/>
                </a:solidFill>
                <a:latin typeface="Arial MT"/>
                <a:cs typeface="Arial MT"/>
              </a:rPr>
              <a:t>=</a:t>
            </a:r>
            <a:r>
              <a:rPr sz="1200" dirty="0">
                <a:solidFill>
                  <a:srgbClr val="3A81F5"/>
                </a:solidFill>
                <a:latin typeface="Arial MT"/>
                <a:cs typeface="Arial MT"/>
              </a:rPr>
              <a:t>	1,250</a:t>
            </a:r>
            <a:r>
              <a:rPr sz="1200" spc="-5" dirty="0">
                <a:solidFill>
                  <a:srgbClr val="3A81F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3A81F5"/>
                </a:solidFill>
                <a:latin typeface="Arial MT"/>
                <a:cs typeface="Arial MT"/>
              </a:rPr>
              <a:t>Cr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731500" y="4838662"/>
            <a:ext cx="94488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FB880"/>
                </a:solidFill>
                <a:latin typeface="Arial MT"/>
                <a:cs typeface="Arial MT"/>
              </a:rPr>
              <a:t>B2C</a:t>
            </a:r>
            <a:r>
              <a:rPr sz="1100" spc="335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FB880"/>
                </a:solidFill>
                <a:latin typeface="Arial MT"/>
                <a:cs typeface="Arial MT"/>
              </a:rPr>
              <a:t>Families</a:t>
            </a:r>
            <a:endParaRPr sz="1100">
              <a:latin typeface="Arial MT"/>
              <a:cs typeface="Arial MT"/>
            </a:endParaRPr>
          </a:p>
          <a:p>
            <a:pPr marR="160655" algn="r">
              <a:lnSpc>
                <a:spcPct val="100000"/>
              </a:lnSpc>
              <a:spcBef>
                <a:spcPts val="78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499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month</a:t>
            </a:r>
            <a:endParaRPr sz="1000">
              <a:latin typeface="Arial MT"/>
              <a:cs typeface="Arial MT"/>
            </a:endParaRPr>
          </a:p>
          <a:p>
            <a:pPr marR="180340" algn="r">
              <a:lnSpc>
                <a:spcPct val="100000"/>
              </a:lnSpc>
              <a:spcBef>
                <a:spcPts val="6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× 10M</a:t>
            </a:r>
            <a:r>
              <a:rPr sz="9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families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012748" y="8099349"/>
            <a:ext cx="14230985" cy="768985"/>
            <a:chOff x="1012748" y="8099349"/>
            <a:chExt cx="14230985" cy="768985"/>
          </a:xfrm>
        </p:grpSpPr>
        <p:sp>
          <p:nvSpPr>
            <p:cNvPr id="95" name="object 95"/>
            <p:cNvSpPr/>
            <p:nvPr/>
          </p:nvSpPr>
          <p:spPr>
            <a:xfrm>
              <a:off x="1015923" y="8102524"/>
              <a:ext cx="14224635" cy="762635"/>
            </a:xfrm>
            <a:custGeom>
              <a:avLst/>
              <a:gdLst/>
              <a:ahLst/>
              <a:cxnLst/>
              <a:rect l="l" t="t" r="r" b="b"/>
              <a:pathLst>
                <a:path w="14224635" h="762634">
                  <a:moveTo>
                    <a:pt x="14097241" y="0"/>
                  </a:moveTo>
                  <a:lnTo>
                    <a:pt x="127076" y="0"/>
                  </a:lnTo>
                  <a:lnTo>
                    <a:pt x="77452" y="9932"/>
                  </a:lnTo>
                  <a:lnTo>
                    <a:pt x="37077" y="37077"/>
                  </a:lnTo>
                  <a:lnTo>
                    <a:pt x="9932" y="77452"/>
                  </a:lnTo>
                  <a:lnTo>
                    <a:pt x="0" y="127076"/>
                  </a:lnTo>
                  <a:lnTo>
                    <a:pt x="0" y="635038"/>
                  </a:lnTo>
                  <a:lnTo>
                    <a:pt x="9932" y="684661"/>
                  </a:lnTo>
                  <a:lnTo>
                    <a:pt x="37077" y="725036"/>
                  </a:lnTo>
                  <a:lnTo>
                    <a:pt x="77452" y="752181"/>
                  </a:lnTo>
                  <a:lnTo>
                    <a:pt x="127076" y="762114"/>
                  </a:lnTo>
                  <a:lnTo>
                    <a:pt x="14097241" y="762114"/>
                  </a:lnTo>
                  <a:lnTo>
                    <a:pt x="14146709" y="752181"/>
                  </a:lnTo>
                  <a:lnTo>
                    <a:pt x="14187101" y="725036"/>
                  </a:lnTo>
                  <a:lnTo>
                    <a:pt x="14214332" y="684661"/>
                  </a:lnTo>
                  <a:lnTo>
                    <a:pt x="14224317" y="635038"/>
                  </a:lnTo>
                  <a:lnTo>
                    <a:pt x="14224317" y="127076"/>
                  </a:lnTo>
                  <a:lnTo>
                    <a:pt x="14214332" y="77452"/>
                  </a:lnTo>
                  <a:lnTo>
                    <a:pt x="14187101" y="37077"/>
                  </a:lnTo>
                  <a:lnTo>
                    <a:pt x="14146709" y="9932"/>
                  </a:lnTo>
                  <a:lnTo>
                    <a:pt x="14097241" y="0"/>
                  </a:lnTo>
                  <a:close/>
                </a:path>
              </a:pathLst>
            </a:custGeom>
            <a:solidFill>
              <a:srgbClr val="2F35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15923" y="8102524"/>
              <a:ext cx="14224635" cy="762635"/>
            </a:xfrm>
            <a:custGeom>
              <a:avLst/>
              <a:gdLst/>
              <a:ahLst/>
              <a:cxnLst/>
              <a:rect l="l" t="t" r="r" b="b"/>
              <a:pathLst>
                <a:path w="14224635" h="762634">
                  <a:moveTo>
                    <a:pt x="127076" y="762114"/>
                  </a:moveTo>
                  <a:lnTo>
                    <a:pt x="14097241" y="762114"/>
                  </a:lnTo>
                  <a:lnTo>
                    <a:pt x="14146709" y="752181"/>
                  </a:lnTo>
                  <a:lnTo>
                    <a:pt x="14187101" y="725036"/>
                  </a:lnTo>
                  <a:lnTo>
                    <a:pt x="14214332" y="684661"/>
                  </a:lnTo>
                  <a:lnTo>
                    <a:pt x="14224317" y="635038"/>
                  </a:lnTo>
                  <a:lnTo>
                    <a:pt x="14224317" y="127076"/>
                  </a:lnTo>
                  <a:lnTo>
                    <a:pt x="14214332" y="77452"/>
                  </a:lnTo>
                  <a:lnTo>
                    <a:pt x="14187101" y="37077"/>
                  </a:lnTo>
                  <a:lnTo>
                    <a:pt x="14146709" y="9932"/>
                  </a:lnTo>
                  <a:lnTo>
                    <a:pt x="14097241" y="0"/>
                  </a:lnTo>
                  <a:lnTo>
                    <a:pt x="127076" y="0"/>
                  </a:lnTo>
                  <a:lnTo>
                    <a:pt x="77452" y="9932"/>
                  </a:lnTo>
                  <a:lnTo>
                    <a:pt x="37077" y="37077"/>
                  </a:lnTo>
                  <a:lnTo>
                    <a:pt x="9932" y="77452"/>
                  </a:lnTo>
                  <a:lnTo>
                    <a:pt x="0" y="127076"/>
                  </a:lnTo>
                  <a:lnTo>
                    <a:pt x="0" y="635038"/>
                  </a:lnTo>
                  <a:lnTo>
                    <a:pt x="9932" y="684661"/>
                  </a:lnTo>
                  <a:lnTo>
                    <a:pt x="37077" y="725036"/>
                  </a:lnTo>
                  <a:lnTo>
                    <a:pt x="77452" y="752181"/>
                  </a:lnTo>
                  <a:lnTo>
                    <a:pt x="127076" y="762114"/>
                  </a:lnTo>
                  <a:close/>
                </a:path>
              </a:pathLst>
            </a:custGeom>
            <a:ln w="611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5957" y="8470798"/>
              <a:ext cx="76682" cy="76327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14099654" y="5067249"/>
            <a:ext cx="10109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9715" algn="l"/>
              </a:tabLst>
            </a:pPr>
            <a:r>
              <a:rPr sz="1200" spc="-50" dirty="0">
                <a:solidFill>
                  <a:srgbClr val="0FB880"/>
                </a:solidFill>
                <a:latin typeface="Arial MT"/>
                <a:cs typeface="Arial MT"/>
              </a:rPr>
              <a:t>=</a:t>
            </a:r>
            <a:r>
              <a:rPr sz="1200" dirty="0">
                <a:solidFill>
                  <a:srgbClr val="0FB880"/>
                </a:solidFill>
                <a:latin typeface="Arial MT"/>
                <a:cs typeface="Arial MT"/>
              </a:rPr>
              <a:t>	600</a:t>
            </a:r>
            <a:r>
              <a:rPr sz="1200" spc="20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FB880"/>
                </a:solidFill>
                <a:latin typeface="Arial MT"/>
                <a:cs typeface="Arial MT"/>
              </a:rPr>
              <a:t>Cr</a:t>
            </a:r>
            <a:r>
              <a:rPr sz="1200" spc="15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0FB880"/>
                </a:solidFill>
                <a:latin typeface="Arial MT"/>
                <a:cs typeface="Arial MT"/>
              </a:rPr>
              <a:t>/</a:t>
            </a:r>
            <a:r>
              <a:rPr sz="1200" spc="20" dirty="0">
                <a:solidFill>
                  <a:srgbClr val="0FB880"/>
                </a:solidFill>
                <a:latin typeface="Arial MT"/>
                <a:cs typeface="Arial MT"/>
              </a:rPr>
              <a:t> </a:t>
            </a:r>
            <a:r>
              <a:rPr sz="1200" spc="40" dirty="0">
                <a:solidFill>
                  <a:srgbClr val="0FB880"/>
                </a:solidFill>
                <a:latin typeface="Arial MT"/>
                <a:cs typeface="Arial MT"/>
              </a:rPr>
              <a:t>yr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130300" y="8229498"/>
            <a:ext cx="6032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WHY </a:t>
            </a:r>
            <a:r>
              <a:rPr sz="900" spc="-25" dirty="0">
                <a:solidFill>
                  <a:srgbClr val="00C8A6"/>
                </a:solidFill>
                <a:latin typeface="Arial MT"/>
                <a:cs typeface="Arial MT"/>
              </a:rPr>
              <a:t>NOW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5638685" y="8470798"/>
            <a:ext cx="7061834" cy="76835"/>
            <a:chOff x="5638685" y="8470798"/>
            <a:chExt cx="7061834" cy="76835"/>
          </a:xfrm>
        </p:grpSpPr>
        <p:pic>
          <p:nvPicPr>
            <p:cNvPr id="101" name="object 10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685" y="8470798"/>
              <a:ext cx="76669" cy="7632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31046" y="8470798"/>
              <a:ext cx="76669" cy="76327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23761" y="8470798"/>
              <a:ext cx="76314" cy="76327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2273300" y="8407336"/>
            <a:ext cx="2029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ABHA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rollout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creates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digital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health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infra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765660" y="8407336"/>
            <a:ext cx="20389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Ayushman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Bharat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funds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PHC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upgrades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258375" y="8407336"/>
            <a:ext cx="20053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BharatNet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expanding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rural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connectivity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2750736" y="8407336"/>
            <a:ext cx="23628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Post-COVID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remote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monitoring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demand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spike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"/>
            <a:ext cx="76835" cy="9144635"/>
            <a:chOff x="0" y="12"/>
            <a:chExt cx="76835" cy="9144635"/>
          </a:xfrm>
        </p:grpSpPr>
        <p:sp>
          <p:nvSpPr>
            <p:cNvPr id="3" name="object 3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8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765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1C5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4C2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8399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6BF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216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9BD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BBA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7850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EB7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0B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7485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3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302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5AE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8AB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936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AA9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DA6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5707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F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3878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2A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2049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49D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79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997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C9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54734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E9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5290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18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38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68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47419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88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B83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D80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4193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F7E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4010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27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3827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47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775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9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3278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C6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E6C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2913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16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367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2547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664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861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0" y="21816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B5E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D5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0" y="18158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05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256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0" y="14500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653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75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0" y="1084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A4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C4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0" y="718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F47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5356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144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442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1699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63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0" y="12"/>
              <a:ext cx="76835" cy="183515"/>
            </a:xfrm>
            <a:custGeom>
              <a:avLst/>
              <a:gdLst/>
              <a:ahLst/>
              <a:cxnLst/>
              <a:rect l="l" t="t" r="r" b="b"/>
              <a:pathLst>
                <a:path w="76835" h="183515">
                  <a:moveTo>
                    <a:pt x="0" y="183222"/>
                  </a:moveTo>
                  <a:lnTo>
                    <a:pt x="76314" y="183222"/>
                  </a:lnTo>
                  <a:lnTo>
                    <a:pt x="76314" y="0"/>
                  </a:lnTo>
                  <a:lnTo>
                    <a:pt x="0" y="0"/>
                  </a:lnTo>
                  <a:lnTo>
                    <a:pt x="0" y="183222"/>
                  </a:lnTo>
                  <a:close/>
                </a:path>
              </a:pathLst>
            </a:custGeom>
            <a:solidFill>
              <a:srgbClr val="793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1015923" y="393484"/>
            <a:ext cx="1315085" cy="305435"/>
          </a:xfrm>
          <a:custGeom>
            <a:avLst/>
            <a:gdLst/>
            <a:ahLst/>
            <a:cxnLst/>
            <a:rect l="l" t="t" r="r" b="b"/>
            <a:pathLst>
              <a:path w="1315085" h="305434">
                <a:moveTo>
                  <a:pt x="1238402" y="0"/>
                </a:moveTo>
                <a:lnTo>
                  <a:pt x="75958" y="0"/>
                </a:lnTo>
                <a:lnTo>
                  <a:pt x="46318" y="6007"/>
                </a:lnTo>
                <a:lnTo>
                  <a:pt x="22182" y="22409"/>
                </a:lnTo>
                <a:lnTo>
                  <a:pt x="5944" y="46773"/>
                </a:lnTo>
                <a:lnTo>
                  <a:pt x="0" y="76669"/>
                </a:lnTo>
                <a:lnTo>
                  <a:pt x="0" y="228955"/>
                </a:lnTo>
                <a:lnTo>
                  <a:pt x="5944" y="258651"/>
                </a:lnTo>
                <a:lnTo>
                  <a:pt x="22182" y="282909"/>
                </a:lnTo>
                <a:lnTo>
                  <a:pt x="46318" y="299269"/>
                </a:lnTo>
                <a:lnTo>
                  <a:pt x="75958" y="305269"/>
                </a:lnTo>
                <a:lnTo>
                  <a:pt x="1238402" y="305269"/>
                </a:lnTo>
                <a:lnTo>
                  <a:pt x="1268093" y="299269"/>
                </a:lnTo>
                <a:lnTo>
                  <a:pt x="1292352" y="282909"/>
                </a:lnTo>
                <a:lnTo>
                  <a:pt x="1308714" y="258651"/>
                </a:lnTo>
                <a:lnTo>
                  <a:pt x="1314716" y="228955"/>
                </a:lnTo>
                <a:lnTo>
                  <a:pt x="1314716" y="76669"/>
                </a:lnTo>
                <a:lnTo>
                  <a:pt x="1308714" y="46773"/>
                </a:lnTo>
                <a:lnTo>
                  <a:pt x="1292352" y="22409"/>
                </a:lnTo>
                <a:lnTo>
                  <a:pt x="1268093" y="6007"/>
                </a:lnTo>
                <a:lnTo>
                  <a:pt x="1238402" y="0"/>
                </a:lnTo>
                <a:close/>
              </a:path>
            </a:pathLst>
          </a:custGeom>
          <a:solidFill>
            <a:srgbClr val="00C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117701" y="471144"/>
            <a:ext cx="11131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C1016"/>
                </a:solidFill>
                <a:latin typeface="Arial MT"/>
                <a:cs typeface="Arial MT"/>
              </a:rPr>
              <a:t>TRACTION</a:t>
            </a:r>
            <a:r>
              <a:rPr sz="900" spc="35" dirty="0">
                <a:solidFill>
                  <a:srgbClr val="0C1016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C1016"/>
                </a:solidFill>
                <a:latin typeface="Arial MT"/>
                <a:cs typeface="Arial MT"/>
              </a:rPr>
              <a:t>&amp;</a:t>
            </a:r>
            <a:r>
              <a:rPr sz="900" spc="50" dirty="0">
                <a:solidFill>
                  <a:srgbClr val="0C1016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C1016"/>
                </a:solidFill>
                <a:latin typeface="Arial MT"/>
                <a:cs typeface="Arial MT"/>
              </a:rPr>
              <a:t>BUILD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xfrm>
            <a:off x="1003223" y="699731"/>
            <a:ext cx="5052695" cy="13061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800"/>
              </a:lnSpc>
              <a:spcBef>
                <a:spcPts val="660"/>
              </a:spcBef>
            </a:pPr>
            <a:r>
              <a:rPr spc="60" dirty="0"/>
              <a:t>The</a:t>
            </a:r>
            <a:r>
              <a:rPr spc="5" dirty="0"/>
              <a:t> </a:t>
            </a:r>
            <a:r>
              <a:rPr spc="175" dirty="0"/>
              <a:t>Ecosystem</a:t>
            </a:r>
            <a:r>
              <a:rPr dirty="0"/>
              <a:t> </a:t>
            </a:r>
            <a:r>
              <a:rPr spc="215" dirty="0"/>
              <a:t>is </a:t>
            </a:r>
            <a:r>
              <a:rPr spc="185" dirty="0">
                <a:solidFill>
                  <a:srgbClr val="00C8A6"/>
                </a:solidFill>
              </a:rPr>
              <a:t>Alive</a:t>
            </a:r>
            <a:r>
              <a:rPr dirty="0">
                <a:solidFill>
                  <a:srgbClr val="00C8A6"/>
                </a:solidFill>
              </a:rPr>
              <a:t> </a:t>
            </a:r>
            <a:r>
              <a:rPr spc="145" dirty="0">
                <a:solidFill>
                  <a:srgbClr val="00C8A6"/>
                </a:solidFill>
              </a:rPr>
              <a:t>and</a:t>
            </a:r>
            <a:r>
              <a:rPr spc="5" dirty="0">
                <a:solidFill>
                  <a:srgbClr val="00C8A6"/>
                </a:solidFill>
              </a:rPr>
              <a:t> </a:t>
            </a:r>
            <a:r>
              <a:rPr spc="160" dirty="0">
                <a:solidFill>
                  <a:srgbClr val="00C8A6"/>
                </a:solidFill>
              </a:rPr>
              <a:t>Working.</a:t>
            </a:r>
          </a:p>
        </p:txBody>
      </p:sp>
      <p:grpSp>
        <p:nvGrpSpPr>
          <p:cNvPr id="56" name="object 56"/>
          <p:cNvGrpSpPr/>
          <p:nvPr/>
        </p:nvGrpSpPr>
        <p:grpSpPr>
          <a:xfrm>
            <a:off x="1008363" y="2532236"/>
            <a:ext cx="7127875" cy="2809875"/>
            <a:chOff x="1008363" y="2532236"/>
            <a:chExt cx="7127875" cy="2809875"/>
          </a:xfrm>
        </p:grpSpPr>
        <p:sp>
          <p:nvSpPr>
            <p:cNvPr id="57" name="object 57"/>
            <p:cNvSpPr/>
            <p:nvPr/>
          </p:nvSpPr>
          <p:spPr>
            <a:xfrm>
              <a:off x="1015923" y="2539796"/>
              <a:ext cx="7112634" cy="2794635"/>
            </a:xfrm>
            <a:custGeom>
              <a:avLst/>
              <a:gdLst/>
              <a:ahLst/>
              <a:cxnLst/>
              <a:rect l="l" t="t" r="r" b="b"/>
              <a:pathLst>
                <a:path w="7112634" h="2794635">
                  <a:moveTo>
                    <a:pt x="6985431" y="0"/>
                  </a:moveTo>
                  <a:lnTo>
                    <a:pt x="127076" y="0"/>
                  </a:lnTo>
                  <a:lnTo>
                    <a:pt x="77452" y="9984"/>
                  </a:lnTo>
                  <a:lnTo>
                    <a:pt x="37077" y="37217"/>
                  </a:lnTo>
                  <a:lnTo>
                    <a:pt x="9932" y="77613"/>
                  </a:lnTo>
                  <a:lnTo>
                    <a:pt x="0" y="127088"/>
                  </a:lnTo>
                  <a:lnTo>
                    <a:pt x="0" y="2667241"/>
                  </a:lnTo>
                  <a:lnTo>
                    <a:pt x="9932" y="2716714"/>
                  </a:lnTo>
                  <a:lnTo>
                    <a:pt x="37077" y="2757106"/>
                  </a:lnTo>
                  <a:lnTo>
                    <a:pt x="77452" y="2784334"/>
                  </a:lnTo>
                  <a:lnTo>
                    <a:pt x="127076" y="2794317"/>
                  </a:lnTo>
                  <a:lnTo>
                    <a:pt x="6985431" y="2794317"/>
                  </a:lnTo>
                  <a:lnTo>
                    <a:pt x="7034849" y="2784334"/>
                  </a:lnTo>
                  <a:lnTo>
                    <a:pt x="7075119" y="2757106"/>
                  </a:lnTo>
                  <a:lnTo>
                    <a:pt x="7102224" y="2716714"/>
                  </a:lnTo>
                  <a:lnTo>
                    <a:pt x="7112152" y="2667241"/>
                  </a:lnTo>
                  <a:lnTo>
                    <a:pt x="7112152" y="127088"/>
                  </a:lnTo>
                  <a:lnTo>
                    <a:pt x="7102224" y="77613"/>
                  </a:lnTo>
                  <a:lnTo>
                    <a:pt x="7075119" y="37217"/>
                  </a:lnTo>
                  <a:lnTo>
                    <a:pt x="7034849" y="9984"/>
                  </a:lnTo>
                  <a:lnTo>
                    <a:pt x="6985431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15923" y="2539796"/>
              <a:ext cx="7112634" cy="2794635"/>
            </a:xfrm>
            <a:custGeom>
              <a:avLst/>
              <a:gdLst/>
              <a:ahLst/>
              <a:cxnLst/>
              <a:rect l="l" t="t" r="r" b="b"/>
              <a:pathLst>
                <a:path w="7112634" h="2794635">
                  <a:moveTo>
                    <a:pt x="127076" y="2794317"/>
                  </a:moveTo>
                  <a:lnTo>
                    <a:pt x="6985431" y="2794317"/>
                  </a:lnTo>
                  <a:lnTo>
                    <a:pt x="7034849" y="2784334"/>
                  </a:lnTo>
                  <a:lnTo>
                    <a:pt x="7075119" y="2757106"/>
                  </a:lnTo>
                  <a:lnTo>
                    <a:pt x="7102224" y="2716714"/>
                  </a:lnTo>
                  <a:lnTo>
                    <a:pt x="7112152" y="2667241"/>
                  </a:lnTo>
                  <a:lnTo>
                    <a:pt x="7112152" y="127088"/>
                  </a:lnTo>
                  <a:lnTo>
                    <a:pt x="7102224" y="77613"/>
                  </a:lnTo>
                  <a:lnTo>
                    <a:pt x="7075119" y="37217"/>
                  </a:lnTo>
                  <a:lnTo>
                    <a:pt x="7034849" y="9984"/>
                  </a:lnTo>
                  <a:lnTo>
                    <a:pt x="6985431" y="0"/>
                  </a:lnTo>
                  <a:lnTo>
                    <a:pt x="127076" y="0"/>
                  </a:lnTo>
                  <a:lnTo>
                    <a:pt x="77452" y="9984"/>
                  </a:lnTo>
                  <a:lnTo>
                    <a:pt x="37077" y="37217"/>
                  </a:lnTo>
                  <a:lnTo>
                    <a:pt x="9932" y="77613"/>
                  </a:lnTo>
                  <a:lnTo>
                    <a:pt x="0" y="127088"/>
                  </a:lnTo>
                  <a:lnTo>
                    <a:pt x="0" y="2667241"/>
                  </a:lnTo>
                  <a:lnTo>
                    <a:pt x="9932" y="2716714"/>
                  </a:lnTo>
                  <a:lnTo>
                    <a:pt x="37077" y="2757106"/>
                  </a:lnTo>
                  <a:lnTo>
                    <a:pt x="77452" y="2784334"/>
                  </a:lnTo>
                  <a:lnTo>
                    <a:pt x="127076" y="2794317"/>
                  </a:lnTo>
                  <a:close/>
                </a:path>
              </a:pathLst>
            </a:custGeom>
            <a:ln w="151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003223" y="2057653"/>
            <a:ext cx="5200650" cy="49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Every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module listed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below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is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built,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deployed,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and demoed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8A939D"/>
                </a:solidFill>
                <a:latin typeface="Arial MT"/>
                <a:cs typeface="Arial MT"/>
              </a:rPr>
              <a:t>in this</a:t>
            </a:r>
            <a:r>
              <a:rPr sz="12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8A939D"/>
                </a:solidFill>
                <a:latin typeface="Arial MT"/>
                <a:cs typeface="Arial MT"/>
              </a:rPr>
              <a:t>submission.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170"/>
              </a:spcBef>
            </a:pP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WORKING RIGHT</a:t>
            </a:r>
            <a:r>
              <a:rPr sz="900" spc="1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00C8A6"/>
                </a:solidFill>
                <a:latin typeface="Arial MT"/>
                <a:cs typeface="Arial MT"/>
              </a:rPr>
              <a:t>NOW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374326" y="2532236"/>
            <a:ext cx="7127875" cy="2809875"/>
            <a:chOff x="8374326" y="2532236"/>
            <a:chExt cx="7127875" cy="2809875"/>
          </a:xfrm>
        </p:grpSpPr>
        <p:sp>
          <p:nvSpPr>
            <p:cNvPr id="61" name="object 61"/>
            <p:cNvSpPr/>
            <p:nvPr/>
          </p:nvSpPr>
          <p:spPr>
            <a:xfrm>
              <a:off x="8381885" y="2539796"/>
              <a:ext cx="7112634" cy="2794635"/>
            </a:xfrm>
            <a:custGeom>
              <a:avLst/>
              <a:gdLst/>
              <a:ahLst/>
              <a:cxnLst/>
              <a:rect l="l" t="t" r="r" b="b"/>
              <a:pathLst>
                <a:path w="7112634" h="2794635">
                  <a:moveTo>
                    <a:pt x="6985431" y="0"/>
                  </a:moveTo>
                  <a:lnTo>
                    <a:pt x="127076" y="0"/>
                  </a:lnTo>
                  <a:lnTo>
                    <a:pt x="77602" y="9984"/>
                  </a:lnTo>
                  <a:lnTo>
                    <a:pt x="37210" y="37217"/>
                  </a:lnTo>
                  <a:lnTo>
                    <a:pt x="9982" y="77613"/>
                  </a:lnTo>
                  <a:lnTo>
                    <a:pt x="0" y="127088"/>
                  </a:lnTo>
                  <a:lnTo>
                    <a:pt x="0" y="2667241"/>
                  </a:lnTo>
                  <a:lnTo>
                    <a:pt x="9982" y="2716714"/>
                  </a:lnTo>
                  <a:lnTo>
                    <a:pt x="37210" y="2757106"/>
                  </a:lnTo>
                  <a:lnTo>
                    <a:pt x="77602" y="2784334"/>
                  </a:lnTo>
                  <a:lnTo>
                    <a:pt x="127076" y="2794317"/>
                  </a:lnTo>
                  <a:lnTo>
                    <a:pt x="6985431" y="2794317"/>
                  </a:lnTo>
                  <a:lnTo>
                    <a:pt x="7034849" y="2784334"/>
                  </a:lnTo>
                  <a:lnTo>
                    <a:pt x="7075119" y="2757106"/>
                  </a:lnTo>
                  <a:lnTo>
                    <a:pt x="7102224" y="2716714"/>
                  </a:lnTo>
                  <a:lnTo>
                    <a:pt x="7112152" y="2667241"/>
                  </a:lnTo>
                  <a:lnTo>
                    <a:pt x="7112152" y="127088"/>
                  </a:lnTo>
                  <a:lnTo>
                    <a:pt x="7102224" y="77613"/>
                  </a:lnTo>
                  <a:lnTo>
                    <a:pt x="7075119" y="37217"/>
                  </a:lnTo>
                  <a:lnTo>
                    <a:pt x="7034849" y="9984"/>
                  </a:lnTo>
                  <a:lnTo>
                    <a:pt x="6985431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381885" y="2539796"/>
              <a:ext cx="7112634" cy="2794635"/>
            </a:xfrm>
            <a:custGeom>
              <a:avLst/>
              <a:gdLst/>
              <a:ahLst/>
              <a:cxnLst/>
              <a:rect l="l" t="t" r="r" b="b"/>
              <a:pathLst>
                <a:path w="7112634" h="2794635">
                  <a:moveTo>
                    <a:pt x="127076" y="2794317"/>
                  </a:moveTo>
                  <a:lnTo>
                    <a:pt x="6985431" y="2794317"/>
                  </a:lnTo>
                  <a:lnTo>
                    <a:pt x="7034849" y="2784334"/>
                  </a:lnTo>
                  <a:lnTo>
                    <a:pt x="7075119" y="2757106"/>
                  </a:lnTo>
                  <a:lnTo>
                    <a:pt x="7102224" y="2716714"/>
                  </a:lnTo>
                  <a:lnTo>
                    <a:pt x="7112152" y="2667241"/>
                  </a:lnTo>
                  <a:lnTo>
                    <a:pt x="7112152" y="127088"/>
                  </a:lnTo>
                  <a:lnTo>
                    <a:pt x="7102224" y="77613"/>
                  </a:lnTo>
                  <a:lnTo>
                    <a:pt x="7075119" y="37217"/>
                  </a:lnTo>
                  <a:lnTo>
                    <a:pt x="7034849" y="9984"/>
                  </a:lnTo>
                  <a:lnTo>
                    <a:pt x="6985431" y="0"/>
                  </a:lnTo>
                  <a:lnTo>
                    <a:pt x="127076" y="0"/>
                  </a:lnTo>
                  <a:lnTo>
                    <a:pt x="77602" y="9984"/>
                  </a:lnTo>
                  <a:lnTo>
                    <a:pt x="37210" y="37217"/>
                  </a:lnTo>
                  <a:lnTo>
                    <a:pt x="9982" y="77613"/>
                  </a:lnTo>
                  <a:lnTo>
                    <a:pt x="0" y="127088"/>
                  </a:lnTo>
                  <a:lnTo>
                    <a:pt x="0" y="2667241"/>
                  </a:lnTo>
                  <a:lnTo>
                    <a:pt x="9982" y="2716714"/>
                  </a:lnTo>
                  <a:lnTo>
                    <a:pt x="37210" y="2757106"/>
                  </a:lnTo>
                  <a:lnTo>
                    <a:pt x="77602" y="2784334"/>
                  </a:lnTo>
                  <a:lnTo>
                    <a:pt x="127076" y="2794317"/>
                  </a:lnTo>
                  <a:close/>
                </a:path>
              </a:pathLst>
            </a:custGeom>
            <a:ln w="1511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231823" y="2668218"/>
            <a:ext cx="3013710" cy="233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170" indent="-204470">
              <a:lnSpc>
                <a:spcPct val="100000"/>
              </a:lnSpc>
              <a:spcBef>
                <a:spcPts val="100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  <a:tab pos="2507615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LoRa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433MHz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bidirectional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TX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(wristband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gateway)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10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MPU6500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3-stage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fall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algorithm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19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MAX30100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IR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worn-detection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IR threshold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logic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19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Gateway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SH1106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OLED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4-page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rotating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30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6-servo</a:t>
            </a:r>
            <a:r>
              <a:rPr sz="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RTC-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scheduled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dispenser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ESP-NOW</a:t>
            </a:r>
            <a:r>
              <a:rPr sz="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trigger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10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20+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pages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live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Supabase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backend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19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NEO-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6M GPS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coordinates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LoRa</a:t>
            </a:r>
            <a:r>
              <a:rPr sz="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packet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30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Paramedic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EMS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District Geo-Orchestration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views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10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Family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ASHA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Cockpit + AI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Scoring</a:t>
            </a:r>
            <a:endParaRPr sz="900">
              <a:latin typeface="Arial MT"/>
              <a:cs typeface="Arial MT"/>
            </a:endParaRPr>
          </a:p>
          <a:p>
            <a:pPr marL="217170" indent="-204470">
              <a:lnSpc>
                <a:spcPct val="100000"/>
              </a:lnSpc>
              <a:spcBef>
                <a:spcPts val="819"/>
              </a:spcBef>
              <a:buClr>
                <a:srgbClr val="00C8A6"/>
              </a:buClr>
              <a:buFont typeface="Segoe UI Emoji"/>
              <a:buChar char="✓"/>
              <a:tabLst>
                <a:tab pos="217170" algn="l"/>
              </a:tabLst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Vani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Translator</a:t>
            </a:r>
            <a:r>
              <a:rPr sz="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(Hindi/Telugu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sz="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input)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597786" y="2388856"/>
            <a:ext cx="762000" cy="261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TECH </a:t>
            </a:r>
            <a:r>
              <a:rPr sz="900" spc="-10" dirty="0">
                <a:solidFill>
                  <a:srgbClr val="7B39EC"/>
                </a:solidFill>
                <a:latin typeface="Arial MT"/>
                <a:cs typeface="Arial MT"/>
              </a:rPr>
              <a:t>STACK</a:t>
            </a:r>
            <a:endParaRPr sz="900">
              <a:latin typeface="Arial MT"/>
              <a:cs typeface="Arial MT"/>
            </a:endParaRPr>
          </a:p>
          <a:p>
            <a:pPr marL="12700" marR="142240">
              <a:lnSpc>
                <a:spcPct val="175800"/>
              </a:lnSpc>
              <a:spcBef>
                <a:spcPts val="300"/>
              </a:spcBef>
            </a:pPr>
            <a:r>
              <a:rPr sz="900" spc="-10" dirty="0">
                <a:solidFill>
                  <a:srgbClr val="7B39EC"/>
                </a:solidFill>
                <a:latin typeface="Arial MT"/>
                <a:cs typeface="Arial MT"/>
              </a:rPr>
              <a:t>Frontend: Database: Hardware: Protocol:</a:t>
            </a:r>
            <a:r>
              <a:rPr sz="900" spc="500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AI</a:t>
            </a:r>
            <a:r>
              <a:rPr sz="900" spc="25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/</a:t>
            </a:r>
            <a:r>
              <a:rPr sz="900" spc="25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spc="40" dirty="0">
                <a:solidFill>
                  <a:srgbClr val="7B39EC"/>
                </a:solidFill>
                <a:latin typeface="Arial MT"/>
                <a:cs typeface="Arial MT"/>
              </a:rPr>
              <a:t>Logic: </a:t>
            </a:r>
            <a:r>
              <a:rPr sz="900" spc="-10" dirty="0">
                <a:solidFill>
                  <a:srgbClr val="7B39EC"/>
                </a:solidFill>
                <a:latin typeface="Arial MT"/>
                <a:cs typeface="Arial MT"/>
              </a:rPr>
              <a:t>Standards: Language: Security: Offline: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900" spc="-10" dirty="0">
                <a:solidFill>
                  <a:srgbClr val="7B39EC"/>
                </a:solidFill>
                <a:latin typeface="Arial MT"/>
                <a:cs typeface="Arial MT"/>
              </a:rPr>
              <a:t>Compliance: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974229" y="5393588"/>
            <a:ext cx="14230985" cy="1318260"/>
            <a:chOff x="974229" y="5393588"/>
            <a:chExt cx="14230985" cy="1318260"/>
          </a:xfrm>
        </p:grpSpPr>
        <p:sp>
          <p:nvSpPr>
            <p:cNvPr id="66" name="object 66"/>
            <p:cNvSpPr/>
            <p:nvPr/>
          </p:nvSpPr>
          <p:spPr>
            <a:xfrm>
              <a:off x="977404" y="5396763"/>
              <a:ext cx="14224635" cy="1118235"/>
            </a:xfrm>
            <a:custGeom>
              <a:avLst/>
              <a:gdLst/>
              <a:ahLst/>
              <a:cxnLst/>
              <a:rect l="l" t="t" r="r" b="b"/>
              <a:pathLst>
                <a:path w="14224635" h="1118234">
                  <a:moveTo>
                    <a:pt x="14097241" y="0"/>
                  </a:moveTo>
                  <a:lnTo>
                    <a:pt x="127076" y="0"/>
                  </a:lnTo>
                  <a:lnTo>
                    <a:pt x="77452" y="9982"/>
                  </a:lnTo>
                  <a:lnTo>
                    <a:pt x="37077" y="37211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991082"/>
                  </a:lnTo>
                  <a:lnTo>
                    <a:pt x="9932" y="1040550"/>
                  </a:lnTo>
                  <a:lnTo>
                    <a:pt x="37077" y="1080943"/>
                  </a:lnTo>
                  <a:lnTo>
                    <a:pt x="77452" y="1108174"/>
                  </a:lnTo>
                  <a:lnTo>
                    <a:pt x="127076" y="1118158"/>
                  </a:lnTo>
                  <a:lnTo>
                    <a:pt x="14097241" y="1118158"/>
                  </a:lnTo>
                  <a:lnTo>
                    <a:pt x="14146709" y="1108174"/>
                  </a:lnTo>
                  <a:lnTo>
                    <a:pt x="14187101" y="1080943"/>
                  </a:lnTo>
                  <a:lnTo>
                    <a:pt x="14214332" y="1040550"/>
                  </a:lnTo>
                  <a:lnTo>
                    <a:pt x="14224317" y="991082"/>
                  </a:lnTo>
                  <a:lnTo>
                    <a:pt x="14224317" y="127076"/>
                  </a:lnTo>
                  <a:lnTo>
                    <a:pt x="14214332" y="77602"/>
                  </a:lnTo>
                  <a:lnTo>
                    <a:pt x="14187101" y="37211"/>
                  </a:lnTo>
                  <a:lnTo>
                    <a:pt x="14146709" y="9982"/>
                  </a:lnTo>
                  <a:lnTo>
                    <a:pt x="14097241" y="0"/>
                  </a:lnTo>
                  <a:close/>
                </a:path>
              </a:pathLst>
            </a:custGeom>
            <a:solidFill>
              <a:srgbClr val="2F35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77404" y="5396763"/>
              <a:ext cx="14224635" cy="1118235"/>
            </a:xfrm>
            <a:custGeom>
              <a:avLst/>
              <a:gdLst/>
              <a:ahLst/>
              <a:cxnLst/>
              <a:rect l="l" t="t" r="r" b="b"/>
              <a:pathLst>
                <a:path w="14224635" h="1118234">
                  <a:moveTo>
                    <a:pt x="127076" y="1118158"/>
                  </a:moveTo>
                  <a:lnTo>
                    <a:pt x="14097241" y="1118158"/>
                  </a:lnTo>
                  <a:lnTo>
                    <a:pt x="14146709" y="1108174"/>
                  </a:lnTo>
                  <a:lnTo>
                    <a:pt x="14187101" y="1080943"/>
                  </a:lnTo>
                  <a:lnTo>
                    <a:pt x="14214332" y="1040550"/>
                  </a:lnTo>
                  <a:lnTo>
                    <a:pt x="14224317" y="991082"/>
                  </a:lnTo>
                  <a:lnTo>
                    <a:pt x="14224317" y="127076"/>
                  </a:lnTo>
                  <a:lnTo>
                    <a:pt x="14214332" y="77602"/>
                  </a:lnTo>
                  <a:lnTo>
                    <a:pt x="14187101" y="37211"/>
                  </a:lnTo>
                  <a:lnTo>
                    <a:pt x="14146709" y="9982"/>
                  </a:lnTo>
                  <a:lnTo>
                    <a:pt x="14097241" y="0"/>
                  </a:lnTo>
                  <a:lnTo>
                    <a:pt x="127076" y="0"/>
                  </a:lnTo>
                  <a:lnTo>
                    <a:pt x="77452" y="9982"/>
                  </a:lnTo>
                  <a:lnTo>
                    <a:pt x="37077" y="37211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991082"/>
                  </a:lnTo>
                  <a:lnTo>
                    <a:pt x="9932" y="1040550"/>
                  </a:lnTo>
                  <a:lnTo>
                    <a:pt x="37077" y="1080943"/>
                  </a:lnTo>
                  <a:lnTo>
                    <a:pt x="77452" y="1108174"/>
                  </a:lnTo>
                  <a:lnTo>
                    <a:pt x="127076" y="1118158"/>
                  </a:lnTo>
                  <a:close/>
                </a:path>
              </a:pathLst>
            </a:custGeom>
            <a:ln w="611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555720" y="5714999"/>
              <a:ext cx="0" cy="990600"/>
            </a:xfrm>
            <a:custGeom>
              <a:avLst/>
              <a:gdLst/>
              <a:ahLst/>
              <a:cxnLst/>
              <a:rect l="l" t="t" r="r" b="b"/>
              <a:pathLst>
                <a:path h="990600">
                  <a:moveTo>
                    <a:pt x="0" y="990358"/>
                  </a:moveTo>
                  <a:lnTo>
                    <a:pt x="0" y="0"/>
                  </a:lnTo>
                </a:path>
              </a:pathLst>
            </a:custGeom>
            <a:ln w="12599">
              <a:solidFill>
                <a:srgbClr val="2025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486975" y="2668218"/>
            <a:ext cx="2327910" cy="233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Next.js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sz="9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TypeScript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Tailwind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CSS</a:t>
            </a:r>
            <a:endParaRPr sz="900">
              <a:latin typeface="Arial MT"/>
              <a:cs typeface="Arial MT"/>
            </a:endParaRPr>
          </a:p>
          <a:p>
            <a:pPr marL="12700" marR="5080">
              <a:lnSpc>
                <a:spcPts val="1900"/>
              </a:lnSpc>
              <a:spcBef>
                <a:spcPts val="19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Supabase</a:t>
            </a:r>
            <a:r>
              <a:rPr sz="900" spc="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PostgreSQL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Real-time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subs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ESP32</a:t>
            </a:r>
            <a:r>
              <a:rPr sz="9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NodeMCU</a:t>
            </a:r>
            <a:r>
              <a:rPr sz="900" spc="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LoRa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RA-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02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433MHz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Custom</a:t>
            </a:r>
            <a:r>
              <a:rPr sz="9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mesh</a:t>
            </a:r>
            <a:r>
              <a:rPr sz="9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ESP-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NOW</a:t>
            </a:r>
            <a:r>
              <a:rPr sz="9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WebSocket</a:t>
            </a:r>
            <a:endParaRPr sz="900">
              <a:latin typeface="Arial MT"/>
              <a:cs typeface="Arial MT"/>
            </a:endParaRPr>
          </a:p>
          <a:p>
            <a:pPr marL="12700" marR="93980">
              <a:lnSpc>
                <a:spcPct val="175700"/>
              </a:lnSpc>
              <a:spcBef>
                <a:spcPts val="1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Rule-based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scoring</a:t>
            </a:r>
            <a:r>
              <a:rPr sz="9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Threshold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alerts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ABHA</a:t>
            </a:r>
            <a:r>
              <a:rPr sz="9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Ayushman Bharat</a:t>
            </a:r>
            <a:r>
              <a:rPr sz="9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NRHM-ready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Hindi/Telugu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sz="900" spc="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Clinical scribing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AI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AES-256 LoRa</a:t>
            </a:r>
            <a:r>
              <a:rPr sz="9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Supabase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RLS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policies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Full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AP mode</a:t>
            </a:r>
            <a:r>
              <a:rPr sz="9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Zero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fallback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PM-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JAY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sz="9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NTP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audit</a:t>
            </a:r>
            <a:r>
              <a:rPr sz="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trails</a:t>
            </a:r>
            <a:r>
              <a:rPr sz="90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·</a:t>
            </a:r>
            <a:r>
              <a:rPr sz="9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Export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760296" y="5445976"/>
            <a:ext cx="802640" cy="96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00C8A6"/>
                </a:solidFill>
                <a:latin typeface="Arial MT"/>
                <a:cs typeface="Arial MT"/>
              </a:rPr>
              <a:t>3</a:t>
            </a:r>
            <a:endParaRPr sz="3000">
              <a:latin typeface="Arial MT"/>
              <a:cs typeface="Arial MT"/>
            </a:endParaRPr>
          </a:p>
          <a:p>
            <a:pPr marL="12700" marR="5080" indent="182880">
              <a:lnSpc>
                <a:spcPct val="110000"/>
              </a:lnSpc>
              <a:spcBef>
                <a:spcPts val="1420"/>
              </a:spcBef>
            </a:pP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Devices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Built +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Working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540474" y="5715000"/>
            <a:ext cx="5969000" cy="990600"/>
          </a:xfrm>
          <a:custGeom>
            <a:avLst/>
            <a:gdLst/>
            <a:ahLst/>
            <a:cxnLst/>
            <a:rect l="l" t="t" r="r" b="b"/>
            <a:pathLst>
              <a:path w="5969000" h="990600">
                <a:moveTo>
                  <a:pt x="0" y="990358"/>
                </a:moveTo>
                <a:lnTo>
                  <a:pt x="0" y="0"/>
                </a:lnTo>
              </a:path>
              <a:path w="5969000" h="990600">
                <a:moveTo>
                  <a:pt x="2984411" y="990358"/>
                </a:moveTo>
                <a:lnTo>
                  <a:pt x="2984411" y="0"/>
                </a:lnTo>
              </a:path>
              <a:path w="5969000" h="990600">
                <a:moveTo>
                  <a:pt x="5968809" y="990358"/>
                </a:moveTo>
                <a:lnTo>
                  <a:pt x="5968809" y="0"/>
                </a:lnTo>
              </a:path>
            </a:pathLst>
          </a:custGeom>
          <a:ln w="12599">
            <a:solidFill>
              <a:srgbClr val="2025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4794377" y="5422937"/>
            <a:ext cx="703580" cy="98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7B39EC"/>
                </a:solidFill>
                <a:latin typeface="Arial MT"/>
                <a:cs typeface="Arial MT"/>
              </a:rPr>
              <a:t>20+</a:t>
            </a:r>
            <a:endParaRPr sz="3000">
              <a:latin typeface="Arial MT"/>
              <a:cs typeface="Arial MT"/>
            </a:endParaRPr>
          </a:p>
          <a:p>
            <a:pPr marL="12700" marR="5080" indent="56515">
              <a:lnSpc>
                <a:spcPct val="110000"/>
              </a:lnSpc>
              <a:spcBef>
                <a:spcPts val="1600"/>
              </a:spcBef>
            </a:pP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Dashboard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Modules</a:t>
            </a:r>
            <a:r>
              <a:rPr sz="9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Live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97863" y="5422937"/>
            <a:ext cx="659765" cy="98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F49D0A"/>
                </a:solidFill>
                <a:latin typeface="Arial MT"/>
                <a:cs typeface="Arial MT"/>
              </a:rPr>
              <a:t>433</a:t>
            </a:r>
            <a:endParaRPr sz="3000">
              <a:latin typeface="Arial MT"/>
              <a:cs typeface="Arial MT"/>
            </a:endParaRPr>
          </a:p>
          <a:p>
            <a:pPr marL="46355" marR="36195" indent="12065">
              <a:lnSpc>
                <a:spcPct val="110000"/>
              </a:lnSpc>
              <a:spcBef>
                <a:spcPts val="16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MHz</a:t>
            </a:r>
            <a:r>
              <a:rPr sz="9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LoRa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900" spc="-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Internet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734014" y="5422937"/>
            <a:ext cx="762000" cy="98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0FB880"/>
                </a:solidFill>
                <a:latin typeface="Arial MT"/>
                <a:cs typeface="Arial MT"/>
              </a:rPr>
              <a:t>0</a:t>
            </a:r>
            <a:endParaRPr sz="3000">
              <a:latin typeface="Arial MT"/>
              <a:cs typeface="Arial MT"/>
            </a:endParaRPr>
          </a:p>
          <a:p>
            <a:pPr marL="12700" marR="5080" indent="-1905" algn="ctr">
              <a:lnSpc>
                <a:spcPct val="110000"/>
              </a:lnSpc>
              <a:spcBef>
                <a:spcPts val="1600"/>
              </a:spcBef>
            </a:pP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External Dependencies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009573" y="8096174"/>
            <a:ext cx="14237335" cy="775335"/>
            <a:chOff x="1009573" y="8096174"/>
            <a:chExt cx="14237335" cy="775335"/>
          </a:xfrm>
        </p:grpSpPr>
        <p:sp>
          <p:nvSpPr>
            <p:cNvPr id="76" name="object 76"/>
            <p:cNvSpPr/>
            <p:nvPr/>
          </p:nvSpPr>
          <p:spPr>
            <a:xfrm>
              <a:off x="1015923" y="8102524"/>
              <a:ext cx="14224635" cy="762635"/>
            </a:xfrm>
            <a:custGeom>
              <a:avLst/>
              <a:gdLst/>
              <a:ahLst/>
              <a:cxnLst/>
              <a:rect l="l" t="t" r="r" b="b"/>
              <a:pathLst>
                <a:path w="14224635" h="762634">
                  <a:moveTo>
                    <a:pt x="14097241" y="0"/>
                  </a:moveTo>
                  <a:lnTo>
                    <a:pt x="127076" y="0"/>
                  </a:lnTo>
                  <a:lnTo>
                    <a:pt x="77452" y="9932"/>
                  </a:lnTo>
                  <a:lnTo>
                    <a:pt x="37077" y="37077"/>
                  </a:lnTo>
                  <a:lnTo>
                    <a:pt x="9932" y="77452"/>
                  </a:lnTo>
                  <a:lnTo>
                    <a:pt x="0" y="127076"/>
                  </a:lnTo>
                  <a:lnTo>
                    <a:pt x="0" y="635038"/>
                  </a:lnTo>
                  <a:lnTo>
                    <a:pt x="9932" y="684661"/>
                  </a:lnTo>
                  <a:lnTo>
                    <a:pt x="37077" y="725036"/>
                  </a:lnTo>
                  <a:lnTo>
                    <a:pt x="77452" y="752181"/>
                  </a:lnTo>
                  <a:lnTo>
                    <a:pt x="127076" y="762114"/>
                  </a:lnTo>
                  <a:lnTo>
                    <a:pt x="14097241" y="762114"/>
                  </a:lnTo>
                  <a:lnTo>
                    <a:pt x="14146709" y="752181"/>
                  </a:lnTo>
                  <a:lnTo>
                    <a:pt x="14187101" y="725036"/>
                  </a:lnTo>
                  <a:lnTo>
                    <a:pt x="14214332" y="684661"/>
                  </a:lnTo>
                  <a:lnTo>
                    <a:pt x="14224317" y="635038"/>
                  </a:lnTo>
                  <a:lnTo>
                    <a:pt x="14224317" y="127076"/>
                  </a:lnTo>
                  <a:lnTo>
                    <a:pt x="14214332" y="77452"/>
                  </a:lnTo>
                  <a:lnTo>
                    <a:pt x="14187101" y="37077"/>
                  </a:lnTo>
                  <a:lnTo>
                    <a:pt x="14146709" y="9932"/>
                  </a:lnTo>
                  <a:lnTo>
                    <a:pt x="14097241" y="0"/>
                  </a:lnTo>
                  <a:close/>
                </a:path>
              </a:pathLst>
            </a:custGeom>
            <a:solidFill>
              <a:srgbClr val="0C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015923" y="8102524"/>
              <a:ext cx="14224635" cy="762635"/>
            </a:xfrm>
            <a:custGeom>
              <a:avLst/>
              <a:gdLst/>
              <a:ahLst/>
              <a:cxnLst/>
              <a:rect l="l" t="t" r="r" b="b"/>
              <a:pathLst>
                <a:path w="14224635" h="762634">
                  <a:moveTo>
                    <a:pt x="127076" y="762114"/>
                  </a:moveTo>
                  <a:lnTo>
                    <a:pt x="14097241" y="762114"/>
                  </a:lnTo>
                  <a:lnTo>
                    <a:pt x="14146709" y="752181"/>
                  </a:lnTo>
                  <a:lnTo>
                    <a:pt x="14187101" y="725036"/>
                  </a:lnTo>
                  <a:lnTo>
                    <a:pt x="14214332" y="684661"/>
                  </a:lnTo>
                  <a:lnTo>
                    <a:pt x="14224317" y="635038"/>
                  </a:lnTo>
                  <a:lnTo>
                    <a:pt x="14224317" y="127076"/>
                  </a:lnTo>
                  <a:lnTo>
                    <a:pt x="14214332" y="77452"/>
                  </a:lnTo>
                  <a:lnTo>
                    <a:pt x="14187101" y="37077"/>
                  </a:lnTo>
                  <a:lnTo>
                    <a:pt x="14146709" y="9932"/>
                  </a:lnTo>
                  <a:lnTo>
                    <a:pt x="14097241" y="0"/>
                  </a:lnTo>
                  <a:lnTo>
                    <a:pt x="127076" y="0"/>
                  </a:lnTo>
                  <a:lnTo>
                    <a:pt x="77452" y="9932"/>
                  </a:lnTo>
                  <a:lnTo>
                    <a:pt x="37077" y="37077"/>
                  </a:lnTo>
                  <a:lnTo>
                    <a:pt x="9932" y="77452"/>
                  </a:lnTo>
                  <a:lnTo>
                    <a:pt x="0" y="127076"/>
                  </a:lnTo>
                  <a:lnTo>
                    <a:pt x="0" y="635038"/>
                  </a:lnTo>
                  <a:lnTo>
                    <a:pt x="9932" y="684661"/>
                  </a:lnTo>
                  <a:lnTo>
                    <a:pt x="37077" y="725036"/>
                  </a:lnTo>
                  <a:lnTo>
                    <a:pt x="77452" y="752181"/>
                  </a:lnTo>
                  <a:lnTo>
                    <a:pt x="127076" y="762114"/>
                  </a:lnTo>
                  <a:close/>
                </a:path>
              </a:pathLst>
            </a:custGeom>
            <a:ln w="1259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0198" y="8470798"/>
              <a:ext cx="76326" cy="76327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13642454" y="5422937"/>
            <a:ext cx="914400" cy="98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EE4343"/>
                </a:solidFill>
                <a:latin typeface="Arial MT"/>
                <a:cs typeface="Arial MT"/>
              </a:rPr>
              <a:t>6</a:t>
            </a:r>
            <a:endParaRPr sz="3000">
              <a:latin typeface="Arial MT"/>
              <a:cs typeface="Arial MT"/>
            </a:endParaRPr>
          </a:p>
          <a:p>
            <a:pPr marL="12700" marR="5080" algn="ctr">
              <a:lnSpc>
                <a:spcPct val="110000"/>
              </a:lnSpc>
              <a:spcBef>
                <a:spcPts val="16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Servo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Medication Slots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231823" y="8254707"/>
            <a:ext cx="13131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GOVERNMENT</a:t>
            </a:r>
            <a:r>
              <a:rPr sz="900" spc="-2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0C8A6"/>
                </a:solidFill>
                <a:latin typeface="Arial MT"/>
                <a:cs typeface="Arial MT"/>
              </a:rPr>
              <a:t>READY: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273723" y="8470798"/>
            <a:ext cx="7887334" cy="76835"/>
            <a:chOff x="6273723" y="8470798"/>
            <a:chExt cx="7887334" cy="76835"/>
          </a:xfrm>
        </p:grpSpPr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3723" y="8470798"/>
              <a:ext cx="76314" cy="7632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7236" y="8470798"/>
              <a:ext cx="76326" cy="7632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0761" y="8470798"/>
              <a:ext cx="76314" cy="7632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4274" y="8470798"/>
              <a:ext cx="76326" cy="76327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3797185" y="8407336"/>
            <a:ext cx="15138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ABHA-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compatible</a:t>
            </a:r>
            <a:r>
              <a:rPr sz="900" spc="3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patient</a:t>
            </a:r>
            <a:r>
              <a:rPr sz="900" spc="3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8A939D"/>
                </a:solidFill>
                <a:latin typeface="Arial MT"/>
                <a:cs typeface="Arial MT"/>
              </a:rPr>
              <a:t>IDs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00698" y="8407336"/>
            <a:ext cx="16846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Ayushman Bharat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eligibility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flags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004224" y="8407336"/>
            <a:ext cx="15824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NRHM</a:t>
            </a:r>
            <a:r>
              <a:rPr sz="900" spc="-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reporting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format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built-</a:t>
            </a:r>
            <a:r>
              <a:rPr sz="900" spc="-25" dirty="0">
                <a:solidFill>
                  <a:srgbClr val="8A939D"/>
                </a:solidFill>
                <a:latin typeface="Arial MT"/>
                <a:cs typeface="Arial MT"/>
              </a:rPr>
              <a:t>in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1607736" y="8407336"/>
            <a:ext cx="14966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PM-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JAY</a:t>
            </a:r>
            <a:r>
              <a:rPr sz="900" spc="1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patient</a:t>
            </a:r>
            <a:r>
              <a:rPr sz="900" spc="2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identification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4211261" y="8407336"/>
            <a:ext cx="8115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NTP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audit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trails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6230600" cy="9144000"/>
          </a:xfrm>
          <a:custGeom>
            <a:avLst/>
            <a:gdLst/>
            <a:ahLst/>
            <a:cxnLst/>
            <a:rect l="l" t="t" r="r" b="b"/>
            <a:pathLst>
              <a:path w="16230600" h="9144000">
                <a:moveTo>
                  <a:pt x="16230600" y="9143631"/>
                </a:moveTo>
                <a:lnTo>
                  <a:pt x="16230600" y="0"/>
                </a:lnTo>
                <a:lnTo>
                  <a:pt x="0" y="0"/>
                </a:lnTo>
                <a:lnTo>
                  <a:pt x="0" y="9143631"/>
                </a:lnTo>
                <a:lnTo>
                  <a:pt x="16230600" y="9143631"/>
                </a:lnTo>
                <a:close/>
              </a:path>
            </a:pathLst>
          </a:custGeom>
          <a:solidFill>
            <a:srgbClr val="0C10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8387994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3"/>
                </a:lnTo>
                <a:lnTo>
                  <a:pt x="13630" y="32996"/>
                </a:lnTo>
                <a:lnTo>
                  <a:pt x="17618" y="26835"/>
                </a:lnTo>
                <a:lnTo>
                  <a:pt x="19075" y="19088"/>
                </a:lnTo>
                <a:lnTo>
                  <a:pt x="17618" y="11701"/>
                </a:lnTo>
                <a:lnTo>
                  <a:pt x="13630" y="5629"/>
                </a:lnTo>
                <a:lnTo>
                  <a:pt x="7684" y="1514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7651432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4" y="70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9"/>
                </a:lnTo>
                <a:lnTo>
                  <a:pt x="13630" y="33040"/>
                </a:lnTo>
                <a:lnTo>
                  <a:pt x="17618" y="26985"/>
                </a:lnTo>
                <a:lnTo>
                  <a:pt x="19075" y="19443"/>
                </a:lnTo>
                <a:lnTo>
                  <a:pt x="17618" y="12003"/>
                </a:lnTo>
                <a:lnTo>
                  <a:pt x="13630" y="5813"/>
                </a:lnTo>
                <a:lnTo>
                  <a:pt x="7684" y="158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914870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1"/>
                </a:lnTo>
                <a:lnTo>
                  <a:pt x="13630" y="32858"/>
                </a:lnTo>
                <a:lnTo>
                  <a:pt x="17618" y="26680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178308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4" y="71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9"/>
                </a:lnTo>
                <a:lnTo>
                  <a:pt x="13630" y="32908"/>
                </a:lnTo>
                <a:lnTo>
                  <a:pt x="17618" y="26841"/>
                </a:lnTo>
                <a:lnTo>
                  <a:pt x="19075" y="19456"/>
                </a:lnTo>
                <a:lnTo>
                  <a:pt x="17618" y="12014"/>
                </a:lnTo>
                <a:lnTo>
                  <a:pt x="13630" y="5819"/>
                </a:lnTo>
                <a:lnTo>
                  <a:pt x="7684" y="158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5441746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3"/>
                </a:lnTo>
                <a:lnTo>
                  <a:pt x="13630" y="32862"/>
                </a:lnTo>
                <a:lnTo>
                  <a:pt x="17618" y="26685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4705197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4" y="70"/>
                </a:lnTo>
                <a:lnTo>
                  <a:pt x="0" y="38448"/>
                </a:lnTo>
                <a:lnTo>
                  <a:pt x="355" y="38519"/>
                </a:lnTo>
                <a:lnTo>
                  <a:pt x="7684" y="37006"/>
                </a:lnTo>
                <a:lnTo>
                  <a:pt x="13630" y="32896"/>
                </a:lnTo>
                <a:lnTo>
                  <a:pt x="17618" y="26828"/>
                </a:lnTo>
                <a:lnTo>
                  <a:pt x="19075" y="19443"/>
                </a:lnTo>
                <a:lnTo>
                  <a:pt x="17618" y="12001"/>
                </a:lnTo>
                <a:lnTo>
                  <a:pt x="13630" y="5807"/>
                </a:lnTo>
                <a:lnTo>
                  <a:pt x="7684" y="157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3968635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2" y="66"/>
                </a:lnTo>
                <a:lnTo>
                  <a:pt x="0" y="38447"/>
                </a:lnTo>
                <a:lnTo>
                  <a:pt x="355" y="38519"/>
                </a:lnTo>
                <a:lnTo>
                  <a:pt x="7684" y="37001"/>
                </a:lnTo>
                <a:lnTo>
                  <a:pt x="13630" y="32851"/>
                </a:lnTo>
                <a:lnTo>
                  <a:pt x="17618" y="26678"/>
                </a:lnTo>
                <a:lnTo>
                  <a:pt x="19075" y="19088"/>
                </a:lnTo>
                <a:lnTo>
                  <a:pt x="17618" y="11546"/>
                </a:lnTo>
                <a:lnTo>
                  <a:pt x="13630" y="5491"/>
                </a:lnTo>
                <a:lnTo>
                  <a:pt x="7684" y="146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3232073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2" y="66"/>
                </a:lnTo>
                <a:lnTo>
                  <a:pt x="0" y="38458"/>
                </a:lnTo>
                <a:lnTo>
                  <a:pt x="355" y="38531"/>
                </a:lnTo>
                <a:lnTo>
                  <a:pt x="7684" y="36961"/>
                </a:lnTo>
                <a:lnTo>
                  <a:pt x="13630" y="32724"/>
                </a:lnTo>
                <a:lnTo>
                  <a:pt x="17618" y="26530"/>
                </a:lnTo>
                <a:lnTo>
                  <a:pt x="19075" y="19088"/>
                </a:lnTo>
                <a:lnTo>
                  <a:pt x="17618" y="11546"/>
                </a:lnTo>
                <a:lnTo>
                  <a:pt x="13630" y="5491"/>
                </a:lnTo>
                <a:lnTo>
                  <a:pt x="7684" y="146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2495511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6"/>
                </a:lnTo>
                <a:lnTo>
                  <a:pt x="0" y="38095"/>
                </a:lnTo>
                <a:lnTo>
                  <a:pt x="355" y="38163"/>
                </a:lnTo>
                <a:lnTo>
                  <a:pt x="7684" y="36706"/>
                </a:lnTo>
                <a:lnTo>
                  <a:pt x="13630" y="32718"/>
                </a:lnTo>
                <a:lnTo>
                  <a:pt x="17618" y="26772"/>
                </a:lnTo>
                <a:lnTo>
                  <a:pt x="19075" y="19443"/>
                </a:lnTo>
                <a:lnTo>
                  <a:pt x="17618" y="11703"/>
                </a:lnTo>
                <a:lnTo>
                  <a:pt x="13630" y="5546"/>
                </a:lnTo>
                <a:lnTo>
                  <a:pt x="7684" y="148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1758594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1"/>
                </a:lnTo>
                <a:lnTo>
                  <a:pt x="13630" y="32858"/>
                </a:lnTo>
                <a:lnTo>
                  <a:pt x="17618" y="26680"/>
                </a:lnTo>
                <a:lnTo>
                  <a:pt x="19075" y="19088"/>
                </a:lnTo>
                <a:lnTo>
                  <a:pt x="17618" y="11701"/>
                </a:lnTo>
                <a:lnTo>
                  <a:pt x="13630" y="5629"/>
                </a:lnTo>
                <a:lnTo>
                  <a:pt x="7684" y="1514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1022032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9"/>
                </a:lnTo>
                <a:lnTo>
                  <a:pt x="13630" y="33040"/>
                </a:lnTo>
                <a:lnTo>
                  <a:pt x="17618" y="26985"/>
                </a:lnTo>
                <a:lnTo>
                  <a:pt x="19075" y="19443"/>
                </a:lnTo>
                <a:lnTo>
                  <a:pt x="17618" y="11853"/>
                </a:lnTo>
                <a:lnTo>
                  <a:pt x="13630" y="5680"/>
                </a:lnTo>
                <a:lnTo>
                  <a:pt x="7684" y="153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285470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58"/>
                </a:lnTo>
                <a:lnTo>
                  <a:pt x="355" y="38531"/>
                </a:lnTo>
                <a:lnTo>
                  <a:pt x="7684" y="36961"/>
                </a:lnTo>
                <a:lnTo>
                  <a:pt x="13630" y="32724"/>
                </a:lnTo>
                <a:lnTo>
                  <a:pt x="17618" y="26530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761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874" y="11853"/>
                </a:lnTo>
                <a:lnTo>
                  <a:pt x="32721" y="5680"/>
                </a:lnTo>
                <a:lnTo>
                  <a:pt x="26543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747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80" y="37063"/>
                </a:lnTo>
                <a:lnTo>
                  <a:pt x="32858" y="32996"/>
                </a:lnTo>
                <a:lnTo>
                  <a:pt x="37011" y="26835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747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1"/>
                </a:lnTo>
                <a:lnTo>
                  <a:pt x="37011" y="11990"/>
                </a:lnTo>
                <a:lnTo>
                  <a:pt x="32858" y="5800"/>
                </a:lnTo>
                <a:lnTo>
                  <a:pt x="26680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747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80" y="36999"/>
                </a:lnTo>
                <a:lnTo>
                  <a:pt x="32858" y="32845"/>
                </a:lnTo>
                <a:lnTo>
                  <a:pt x="37011" y="2666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747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747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80" y="37000"/>
                </a:lnTo>
                <a:lnTo>
                  <a:pt x="32858" y="32850"/>
                </a:lnTo>
                <a:lnTo>
                  <a:pt x="37011" y="26672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47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47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80" y="37001"/>
                </a:lnTo>
                <a:lnTo>
                  <a:pt x="32858" y="32851"/>
                </a:lnTo>
                <a:lnTo>
                  <a:pt x="37011" y="26678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747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80" y="36961"/>
                </a:lnTo>
                <a:lnTo>
                  <a:pt x="32858" y="32724"/>
                </a:lnTo>
                <a:lnTo>
                  <a:pt x="37011" y="26530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747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80" y="36693"/>
                </a:lnTo>
                <a:lnTo>
                  <a:pt x="32858" y="32705"/>
                </a:lnTo>
                <a:lnTo>
                  <a:pt x="37011" y="26760"/>
                </a:lnTo>
                <a:lnTo>
                  <a:pt x="38531" y="19430"/>
                </a:lnTo>
                <a:lnTo>
                  <a:pt x="37011" y="11690"/>
                </a:lnTo>
                <a:lnTo>
                  <a:pt x="32858" y="5534"/>
                </a:lnTo>
                <a:lnTo>
                  <a:pt x="26680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747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80" y="37011"/>
                </a:lnTo>
                <a:lnTo>
                  <a:pt x="32858" y="32858"/>
                </a:lnTo>
                <a:lnTo>
                  <a:pt x="37011" y="26680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747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0"/>
                </a:lnTo>
                <a:lnTo>
                  <a:pt x="37011" y="11840"/>
                </a:lnTo>
                <a:lnTo>
                  <a:pt x="32858" y="5667"/>
                </a:lnTo>
                <a:lnTo>
                  <a:pt x="26680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747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80" y="36949"/>
                </a:lnTo>
                <a:lnTo>
                  <a:pt x="32858" y="32712"/>
                </a:lnTo>
                <a:lnTo>
                  <a:pt x="37011" y="2651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54178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5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5403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5403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5403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5403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5403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5403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5403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5403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5403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5403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5403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5403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190739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59" y="11853"/>
                </a:lnTo>
                <a:lnTo>
                  <a:pt x="32709" y="5680"/>
                </a:lnTo>
                <a:lnTo>
                  <a:pt x="26536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90597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678" y="37063"/>
                </a:lnTo>
                <a:lnTo>
                  <a:pt x="32851" y="32996"/>
                </a:lnTo>
                <a:lnTo>
                  <a:pt x="37001" y="26835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90597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1"/>
                </a:lnTo>
                <a:lnTo>
                  <a:pt x="37001" y="11990"/>
                </a:lnTo>
                <a:lnTo>
                  <a:pt x="32851" y="5800"/>
                </a:lnTo>
                <a:lnTo>
                  <a:pt x="2667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90597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678" y="36999"/>
                </a:lnTo>
                <a:lnTo>
                  <a:pt x="32851" y="32845"/>
                </a:lnTo>
                <a:lnTo>
                  <a:pt x="37001" y="2666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90597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190597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678" y="37000"/>
                </a:lnTo>
                <a:lnTo>
                  <a:pt x="32851" y="32850"/>
                </a:lnTo>
                <a:lnTo>
                  <a:pt x="37001" y="26672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190597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190597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678" y="37001"/>
                </a:lnTo>
                <a:lnTo>
                  <a:pt x="32851" y="32851"/>
                </a:lnTo>
                <a:lnTo>
                  <a:pt x="37001" y="26678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90597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678" y="36961"/>
                </a:lnTo>
                <a:lnTo>
                  <a:pt x="32851" y="32724"/>
                </a:lnTo>
                <a:lnTo>
                  <a:pt x="37001" y="26530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190597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678" y="36693"/>
                </a:lnTo>
                <a:lnTo>
                  <a:pt x="32851" y="32705"/>
                </a:lnTo>
                <a:lnTo>
                  <a:pt x="37001" y="26760"/>
                </a:lnTo>
                <a:lnTo>
                  <a:pt x="38519" y="19430"/>
                </a:lnTo>
                <a:lnTo>
                  <a:pt x="37001" y="11690"/>
                </a:lnTo>
                <a:lnTo>
                  <a:pt x="32851" y="5534"/>
                </a:lnTo>
                <a:lnTo>
                  <a:pt x="2667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190597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678" y="37011"/>
                </a:lnTo>
                <a:lnTo>
                  <a:pt x="32851" y="32858"/>
                </a:lnTo>
                <a:lnTo>
                  <a:pt x="37001" y="26680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90597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0"/>
                </a:lnTo>
                <a:lnTo>
                  <a:pt x="37001" y="11840"/>
                </a:lnTo>
                <a:lnTo>
                  <a:pt x="32851" y="5667"/>
                </a:lnTo>
                <a:lnTo>
                  <a:pt x="2667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90597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678" y="36949"/>
                </a:lnTo>
                <a:lnTo>
                  <a:pt x="32851" y="32712"/>
                </a:lnTo>
                <a:lnTo>
                  <a:pt x="37001" y="2651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2730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9271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9271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9271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9271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9271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271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9271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9271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9271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9271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9271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9271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663863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59" y="11853"/>
                </a:lnTo>
                <a:lnTo>
                  <a:pt x="32708" y="5680"/>
                </a:lnTo>
                <a:lnTo>
                  <a:pt x="2653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663721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72" y="37063"/>
                </a:lnTo>
                <a:lnTo>
                  <a:pt x="32850" y="32996"/>
                </a:lnTo>
                <a:lnTo>
                  <a:pt x="37000" y="26835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663721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1"/>
                </a:lnTo>
                <a:lnTo>
                  <a:pt x="37000" y="11990"/>
                </a:lnTo>
                <a:lnTo>
                  <a:pt x="32850" y="5800"/>
                </a:lnTo>
                <a:lnTo>
                  <a:pt x="2667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663721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72" y="36999"/>
                </a:lnTo>
                <a:lnTo>
                  <a:pt x="32850" y="32845"/>
                </a:lnTo>
                <a:lnTo>
                  <a:pt x="37000" y="2666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663721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663721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72" y="37000"/>
                </a:lnTo>
                <a:lnTo>
                  <a:pt x="32850" y="32850"/>
                </a:lnTo>
                <a:lnTo>
                  <a:pt x="37000" y="26672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663721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663721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72" y="37001"/>
                </a:lnTo>
                <a:lnTo>
                  <a:pt x="32850" y="32851"/>
                </a:lnTo>
                <a:lnTo>
                  <a:pt x="37000" y="26678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663721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72" y="36961"/>
                </a:lnTo>
                <a:lnTo>
                  <a:pt x="32850" y="32724"/>
                </a:lnTo>
                <a:lnTo>
                  <a:pt x="37000" y="26530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663721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72" y="36693"/>
                </a:lnTo>
                <a:lnTo>
                  <a:pt x="32850" y="32705"/>
                </a:lnTo>
                <a:lnTo>
                  <a:pt x="37000" y="26760"/>
                </a:lnTo>
                <a:lnTo>
                  <a:pt x="38519" y="19430"/>
                </a:lnTo>
                <a:lnTo>
                  <a:pt x="37000" y="11690"/>
                </a:lnTo>
                <a:lnTo>
                  <a:pt x="32850" y="5534"/>
                </a:lnTo>
                <a:lnTo>
                  <a:pt x="2667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663721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72" y="37011"/>
                </a:lnTo>
                <a:lnTo>
                  <a:pt x="32850" y="32858"/>
                </a:lnTo>
                <a:lnTo>
                  <a:pt x="37000" y="26680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663721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0"/>
                </a:lnTo>
                <a:lnTo>
                  <a:pt x="37000" y="11840"/>
                </a:lnTo>
                <a:lnTo>
                  <a:pt x="32850" y="5667"/>
                </a:lnTo>
                <a:lnTo>
                  <a:pt x="2667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663721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72" y="36949"/>
                </a:lnTo>
                <a:lnTo>
                  <a:pt x="32850" y="32712"/>
                </a:lnTo>
                <a:lnTo>
                  <a:pt x="37000" y="2651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40043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84" y="0"/>
                </a:moveTo>
                <a:lnTo>
                  <a:pt x="11843" y="1530"/>
                </a:lnTo>
                <a:lnTo>
                  <a:pt x="5653" y="5680"/>
                </a:lnTo>
                <a:lnTo>
                  <a:pt x="1421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7" y="11853"/>
                </a:lnTo>
                <a:lnTo>
                  <a:pt x="32742" y="5680"/>
                </a:lnTo>
                <a:lnTo>
                  <a:pt x="26670" y="1530"/>
                </a:lnTo>
                <a:lnTo>
                  <a:pt x="19284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40028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835"/>
                </a:lnTo>
                <a:lnTo>
                  <a:pt x="5800" y="32996"/>
                </a:lnTo>
                <a:lnTo>
                  <a:pt x="11990" y="37063"/>
                </a:lnTo>
                <a:lnTo>
                  <a:pt x="19431" y="38531"/>
                </a:lnTo>
                <a:lnTo>
                  <a:pt x="26817" y="37063"/>
                </a:lnTo>
                <a:lnTo>
                  <a:pt x="32889" y="32996"/>
                </a:lnTo>
                <a:lnTo>
                  <a:pt x="37004" y="26835"/>
                </a:lnTo>
                <a:lnTo>
                  <a:pt x="38519" y="19088"/>
                </a:lnTo>
                <a:lnTo>
                  <a:pt x="37004" y="11701"/>
                </a:lnTo>
                <a:lnTo>
                  <a:pt x="32889" y="5629"/>
                </a:lnTo>
                <a:lnTo>
                  <a:pt x="26817" y="1514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40028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68"/>
                </a:lnTo>
                <a:lnTo>
                  <a:pt x="5800" y="5800"/>
                </a:lnTo>
                <a:lnTo>
                  <a:pt x="1568" y="11990"/>
                </a:lnTo>
                <a:lnTo>
                  <a:pt x="0" y="19431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1" y="38519"/>
                </a:lnTo>
                <a:lnTo>
                  <a:pt x="26817" y="37056"/>
                </a:lnTo>
                <a:lnTo>
                  <a:pt x="32889" y="33027"/>
                </a:lnTo>
                <a:lnTo>
                  <a:pt x="37004" y="26973"/>
                </a:lnTo>
                <a:lnTo>
                  <a:pt x="38519" y="19431"/>
                </a:lnTo>
                <a:lnTo>
                  <a:pt x="37004" y="11990"/>
                </a:lnTo>
                <a:lnTo>
                  <a:pt x="32889" y="5800"/>
                </a:lnTo>
                <a:lnTo>
                  <a:pt x="26817" y="156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40028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67"/>
                </a:lnTo>
                <a:lnTo>
                  <a:pt x="5800" y="32845"/>
                </a:lnTo>
                <a:lnTo>
                  <a:pt x="11990" y="36999"/>
                </a:lnTo>
                <a:lnTo>
                  <a:pt x="19431" y="38519"/>
                </a:lnTo>
                <a:lnTo>
                  <a:pt x="26817" y="36999"/>
                </a:lnTo>
                <a:lnTo>
                  <a:pt x="32889" y="32845"/>
                </a:lnTo>
                <a:lnTo>
                  <a:pt x="37004" y="26667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40028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1" y="38519"/>
                </a:lnTo>
                <a:lnTo>
                  <a:pt x="26817" y="37006"/>
                </a:lnTo>
                <a:lnTo>
                  <a:pt x="32889" y="32896"/>
                </a:lnTo>
                <a:lnTo>
                  <a:pt x="37004" y="26828"/>
                </a:lnTo>
                <a:lnTo>
                  <a:pt x="38519" y="19443"/>
                </a:lnTo>
                <a:lnTo>
                  <a:pt x="37004" y="12001"/>
                </a:lnTo>
                <a:lnTo>
                  <a:pt x="32889" y="5807"/>
                </a:lnTo>
                <a:lnTo>
                  <a:pt x="26817" y="1570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40028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72"/>
                </a:lnTo>
                <a:lnTo>
                  <a:pt x="5800" y="32850"/>
                </a:lnTo>
                <a:lnTo>
                  <a:pt x="11990" y="37000"/>
                </a:lnTo>
                <a:lnTo>
                  <a:pt x="19431" y="38519"/>
                </a:lnTo>
                <a:lnTo>
                  <a:pt x="26817" y="37000"/>
                </a:lnTo>
                <a:lnTo>
                  <a:pt x="32889" y="32850"/>
                </a:lnTo>
                <a:lnTo>
                  <a:pt x="37004" y="26672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0028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1" y="38519"/>
                </a:lnTo>
                <a:lnTo>
                  <a:pt x="26817" y="37006"/>
                </a:lnTo>
                <a:lnTo>
                  <a:pt x="32889" y="32896"/>
                </a:lnTo>
                <a:lnTo>
                  <a:pt x="37004" y="26828"/>
                </a:lnTo>
                <a:lnTo>
                  <a:pt x="38519" y="19443"/>
                </a:lnTo>
                <a:lnTo>
                  <a:pt x="37004" y="12001"/>
                </a:lnTo>
                <a:lnTo>
                  <a:pt x="32889" y="5807"/>
                </a:lnTo>
                <a:lnTo>
                  <a:pt x="26817" y="1570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40028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678"/>
                </a:lnTo>
                <a:lnTo>
                  <a:pt x="5800" y="32851"/>
                </a:lnTo>
                <a:lnTo>
                  <a:pt x="11990" y="37001"/>
                </a:lnTo>
                <a:lnTo>
                  <a:pt x="19431" y="38519"/>
                </a:lnTo>
                <a:lnTo>
                  <a:pt x="26817" y="37001"/>
                </a:lnTo>
                <a:lnTo>
                  <a:pt x="32889" y="32851"/>
                </a:lnTo>
                <a:lnTo>
                  <a:pt x="37004" y="26678"/>
                </a:lnTo>
                <a:lnTo>
                  <a:pt x="38519" y="19088"/>
                </a:lnTo>
                <a:lnTo>
                  <a:pt x="37004" y="11546"/>
                </a:lnTo>
                <a:lnTo>
                  <a:pt x="32889" y="5491"/>
                </a:lnTo>
                <a:lnTo>
                  <a:pt x="26817" y="146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40028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530"/>
                </a:lnTo>
                <a:lnTo>
                  <a:pt x="5800" y="32724"/>
                </a:lnTo>
                <a:lnTo>
                  <a:pt x="11990" y="36961"/>
                </a:lnTo>
                <a:lnTo>
                  <a:pt x="19431" y="38531"/>
                </a:lnTo>
                <a:lnTo>
                  <a:pt x="26817" y="36961"/>
                </a:lnTo>
                <a:lnTo>
                  <a:pt x="32889" y="32724"/>
                </a:lnTo>
                <a:lnTo>
                  <a:pt x="37004" y="26530"/>
                </a:lnTo>
                <a:lnTo>
                  <a:pt x="38519" y="19088"/>
                </a:lnTo>
                <a:lnTo>
                  <a:pt x="37004" y="11546"/>
                </a:lnTo>
                <a:lnTo>
                  <a:pt x="32889" y="5491"/>
                </a:lnTo>
                <a:lnTo>
                  <a:pt x="26817" y="146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40028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8"/>
                </a:lnTo>
                <a:lnTo>
                  <a:pt x="5800" y="5534"/>
                </a:lnTo>
                <a:lnTo>
                  <a:pt x="1568" y="11690"/>
                </a:lnTo>
                <a:lnTo>
                  <a:pt x="0" y="19430"/>
                </a:lnTo>
                <a:lnTo>
                  <a:pt x="1568" y="26760"/>
                </a:lnTo>
                <a:lnTo>
                  <a:pt x="5800" y="32705"/>
                </a:lnTo>
                <a:lnTo>
                  <a:pt x="11990" y="36693"/>
                </a:lnTo>
                <a:lnTo>
                  <a:pt x="19431" y="38150"/>
                </a:lnTo>
                <a:lnTo>
                  <a:pt x="26817" y="36693"/>
                </a:lnTo>
                <a:lnTo>
                  <a:pt x="32889" y="32705"/>
                </a:lnTo>
                <a:lnTo>
                  <a:pt x="37004" y="26760"/>
                </a:lnTo>
                <a:lnTo>
                  <a:pt x="38519" y="19430"/>
                </a:lnTo>
                <a:lnTo>
                  <a:pt x="37004" y="11690"/>
                </a:lnTo>
                <a:lnTo>
                  <a:pt x="32889" y="5534"/>
                </a:lnTo>
                <a:lnTo>
                  <a:pt x="26817" y="146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40028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680"/>
                </a:lnTo>
                <a:lnTo>
                  <a:pt x="5800" y="32858"/>
                </a:lnTo>
                <a:lnTo>
                  <a:pt x="11990" y="37011"/>
                </a:lnTo>
                <a:lnTo>
                  <a:pt x="19431" y="38531"/>
                </a:lnTo>
                <a:lnTo>
                  <a:pt x="26817" y="37011"/>
                </a:lnTo>
                <a:lnTo>
                  <a:pt x="32889" y="32858"/>
                </a:lnTo>
                <a:lnTo>
                  <a:pt x="37004" y="26680"/>
                </a:lnTo>
                <a:lnTo>
                  <a:pt x="38519" y="19088"/>
                </a:lnTo>
                <a:lnTo>
                  <a:pt x="37004" y="11701"/>
                </a:lnTo>
                <a:lnTo>
                  <a:pt x="32889" y="5629"/>
                </a:lnTo>
                <a:lnTo>
                  <a:pt x="26817" y="1514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40028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8"/>
                </a:lnTo>
                <a:lnTo>
                  <a:pt x="5800" y="5667"/>
                </a:lnTo>
                <a:lnTo>
                  <a:pt x="1568" y="11840"/>
                </a:lnTo>
                <a:lnTo>
                  <a:pt x="0" y="19430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1" y="38519"/>
                </a:lnTo>
                <a:lnTo>
                  <a:pt x="26817" y="37056"/>
                </a:lnTo>
                <a:lnTo>
                  <a:pt x="32889" y="33027"/>
                </a:lnTo>
                <a:lnTo>
                  <a:pt x="37004" y="26973"/>
                </a:lnTo>
                <a:lnTo>
                  <a:pt x="38519" y="19430"/>
                </a:lnTo>
                <a:lnTo>
                  <a:pt x="37004" y="11840"/>
                </a:lnTo>
                <a:lnTo>
                  <a:pt x="32889" y="5667"/>
                </a:lnTo>
                <a:lnTo>
                  <a:pt x="26817" y="151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40028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517"/>
                </a:lnTo>
                <a:lnTo>
                  <a:pt x="5800" y="32712"/>
                </a:lnTo>
                <a:lnTo>
                  <a:pt x="11990" y="36949"/>
                </a:lnTo>
                <a:lnTo>
                  <a:pt x="19431" y="38519"/>
                </a:lnTo>
                <a:lnTo>
                  <a:pt x="26817" y="36949"/>
                </a:lnTo>
                <a:lnTo>
                  <a:pt x="32889" y="32712"/>
                </a:lnTo>
                <a:lnTo>
                  <a:pt x="37004" y="26517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13698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9" y="18732"/>
                </a:lnTo>
                <a:lnTo>
                  <a:pt x="36909" y="11853"/>
                </a:lnTo>
                <a:lnTo>
                  <a:pt x="32841" y="5680"/>
                </a:lnTo>
                <a:lnTo>
                  <a:pt x="2668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13684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822" y="37063"/>
                </a:lnTo>
                <a:lnTo>
                  <a:pt x="32983" y="32996"/>
                </a:lnTo>
                <a:lnTo>
                  <a:pt x="37050" y="26835"/>
                </a:lnTo>
                <a:lnTo>
                  <a:pt x="38519" y="19088"/>
                </a:lnTo>
                <a:lnTo>
                  <a:pt x="37050" y="11701"/>
                </a:lnTo>
                <a:lnTo>
                  <a:pt x="32983" y="5629"/>
                </a:lnTo>
                <a:lnTo>
                  <a:pt x="2682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13684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822" y="37056"/>
                </a:lnTo>
                <a:lnTo>
                  <a:pt x="32983" y="33027"/>
                </a:lnTo>
                <a:lnTo>
                  <a:pt x="37050" y="26973"/>
                </a:lnTo>
                <a:lnTo>
                  <a:pt x="38519" y="19431"/>
                </a:lnTo>
                <a:lnTo>
                  <a:pt x="37050" y="11990"/>
                </a:lnTo>
                <a:lnTo>
                  <a:pt x="32983" y="5800"/>
                </a:lnTo>
                <a:lnTo>
                  <a:pt x="2682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13684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822" y="36999"/>
                </a:lnTo>
                <a:lnTo>
                  <a:pt x="32983" y="32845"/>
                </a:lnTo>
                <a:lnTo>
                  <a:pt x="37050" y="26667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13684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822" y="37006"/>
                </a:lnTo>
                <a:lnTo>
                  <a:pt x="32983" y="32896"/>
                </a:lnTo>
                <a:lnTo>
                  <a:pt x="37050" y="26828"/>
                </a:lnTo>
                <a:lnTo>
                  <a:pt x="38519" y="19443"/>
                </a:lnTo>
                <a:lnTo>
                  <a:pt x="37050" y="12001"/>
                </a:lnTo>
                <a:lnTo>
                  <a:pt x="32983" y="5807"/>
                </a:lnTo>
                <a:lnTo>
                  <a:pt x="2682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13684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822" y="37000"/>
                </a:lnTo>
                <a:lnTo>
                  <a:pt x="32983" y="32850"/>
                </a:lnTo>
                <a:lnTo>
                  <a:pt x="37050" y="26672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13684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822" y="37006"/>
                </a:lnTo>
                <a:lnTo>
                  <a:pt x="32983" y="32896"/>
                </a:lnTo>
                <a:lnTo>
                  <a:pt x="37050" y="26828"/>
                </a:lnTo>
                <a:lnTo>
                  <a:pt x="38519" y="19443"/>
                </a:lnTo>
                <a:lnTo>
                  <a:pt x="37050" y="12001"/>
                </a:lnTo>
                <a:lnTo>
                  <a:pt x="32983" y="5807"/>
                </a:lnTo>
                <a:lnTo>
                  <a:pt x="2682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13684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822" y="37001"/>
                </a:lnTo>
                <a:lnTo>
                  <a:pt x="32983" y="32851"/>
                </a:lnTo>
                <a:lnTo>
                  <a:pt x="37050" y="26678"/>
                </a:lnTo>
                <a:lnTo>
                  <a:pt x="38519" y="19088"/>
                </a:lnTo>
                <a:lnTo>
                  <a:pt x="37050" y="11546"/>
                </a:lnTo>
                <a:lnTo>
                  <a:pt x="32983" y="5491"/>
                </a:lnTo>
                <a:lnTo>
                  <a:pt x="2682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13684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822" y="36961"/>
                </a:lnTo>
                <a:lnTo>
                  <a:pt x="32983" y="32724"/>
                </a:lnTo>
                <a:lnTo>
                  <a:pt x="37050" y="26530"/>
                </a:lnTo>
                <a:lnTo>
                  <a:pt x="38519" y="19088"/>
                </a:lnTo>
                <a:lnTo>
                  <a:pt x="37050" y="11546"/>
                </a:lnTo>
                <a:lnTo>
                  <a:pt x="32983" y="5491"/>
                </a:lnTo>
                <a:lnTo>
                  <a:pt x="2682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13684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822" y="36693"/>
                </a:lnTo>
                <a:lnTo>
                  <a:pt x="32983" y="32705"/>
                </a:lnTo>
                <a:lnTo>
                  <a:pt x="37050" y="26760"/>
                </a:lnTo>
                <a:lnTo>
                  <a:pt x="38519" y="19430"/>
                </a:lnTo>
                <a:lnTo>
                  <a:pt x="37050" y="11690"/>
                </a:lnTo>
                <a:lnTo>
                  <a:pt x="32983" y="5534"/>
                </a:lnTo>
                <a:lnTo>
                  <a:pt x="2682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13684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822" y="37011"/>
                </a:lnTo>
                <a:lnTo>
                  <a:pt x="32983" y="32858"/>
                </a:lnTo>
                <a:lnTo>
                  <a:pt x="37050" y="26680"/>
                </a:lnTo>
                <a:lnTo>
                  <a:pt x="38519" y="19088"/>
                </a:lnTo>
                <a:lnTo>
                  <a:pt x="37050" y="11701"/>
                </a:lnTo>
                <a:lnTo>
                  <a:pt x="32983" y="5629"/>
                </a:lnTo>
                <a:lnTo>
                  <a:pt x="2682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13684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822" y="37056"/>
                </a:lnTo>
                <a:lnTo>
                  <a:pt x="32983" y="33027"/>
                </a:lnTo>
                <a:lnTo>
                  <a:pt x="37050" y="26973"/>
                </a:lnTo>
                <a:lnTo>
                  <a:pt x="38519" y="19430"/>
                </a:lnTo>
                <a:lnTo>
                  <a:pt x="37050" y="11840"/>
                </a:lnTo>
                <a:lnTo>
                  <a:pt x="32983" y="5667"/>
                </a:lnTo>
                <a:lnTo>
                  <a:pt x="2682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13684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822" y="36949"/>
                </a:lnTo>
                <a:lnTo>
                  <a:pt x="32983" y="32712"/>
                </a:lnTo>
                <a:lnTo>
                  <a:pt x="37050" y="26517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87354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47" y="18732"/>
                </a:lnTo>
                <a:lnTo>
                  <a:pt x="36922" y="11853"/>
                </a:lnTo>
                <a:lnTo>
                  <a:pt x="32893" y="5680"/>
                </a:lnTo>
                <a:lnTo>
                  <a:pt x="26838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87339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985" y="37063"/>
                </a:lnTo>
                <a:lnTo>
                  <a:pt x="33040" y="32996"/>
                </a:lnTo>
                <a:lnTo>
                  <a:pt x="37069" y="26835"/>
                </a:lnTo>
                <a:lnTo>
                  <a:pt x="38531" y="19088"/>
                </a:lnTo>
                <a:lnTo>
                  <a:pt x="37069" y="11701"/>
                </a:lnTo>
                <a:lnTo>
                  <a:pt x="33040" y="5629"/>
                </a:lnTo>
                <a:lnTo>
                  <a:pt x="26985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87339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985" y="37056"/>
                </a:lnTo>
                <a:lnTo>
                  <a:pt x="33040" y="33027"/>
                </a:lnTo>
                <a:lnTo>
                  <a:pt x="37069" y="26973"/>
                </a:lnTo>
                <a:lnTo>
                  <a:pt x="38531" y="19431"/>
                </a:lnTo>
                <a:lnTo>
                  <a:pt x="37069" y="11990"/>
                </a:lnTo>
                <a:lnTo>
                  <a:pt x="33040" y="5800"/>
                </a:lnTo>
                <a:lnTo>
                  <a:pt x="26985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87339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985" y="36999"/>
                </a:lnTo>
                <a:lnTo>
                  <a:pt x="33040" y="32845"/>
                </a:lnTo>
                <a:lnTo>
                  <a:pt x="37069" y="26667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87339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985" y="37006"/>
                </a:lnTo>
                <a:lnTo>
                  <a:pt x="33040" y="32896"/>
                </a:lnTo>
                <a:lnTo>
                  <a:pt x="37069" y="26828"/>
                </a:lnTo>
                <a:lnTo>
                  <a:pt x="38531" y="19443"/>
                </a:lnTo>
                <a:lnTo>
                  <a:pt x="37069" y="12001"/>
                </a:lnTo>
                <a:lnTo>
                  <a:pt x="33040" y="5807"/>
                </a:lnTo>
                <a:lnTo>
                  <a:pt x="26985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87339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985" y="37000"/>
                </a:lnTo>
                <a:lnTo>
                  <a:pt x="33040" y="32850"/>
                </a:lnTo>
                <a:lnTo>
                  <a:pt x="37069" y="26672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87339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985" y="37006"/>
                </a:lnTo>
                <a:lnTo>
                  <a:pt x="33040" y="32896"/>
                </a:lnTo>
                <a:lnTo>
                  <a:pt x="37069" y="26828"/>
                </a:lnTo>
                <a:lnTo>
                  <a:pt x="38531" y="19443"/>
                </a:lnTo>
                <a:lnTo>
                  <a:pt x="37069" y="12001"/>
                </a:lnTo>
                <a:lnTo>
                  <a:pt x="33040" y="5807"/>
                </a:lnTo>
                <a:lnTo>
                  <a:pt x="26985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87339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985" y="37001"/>
                </a:lnTo>
                <a:lnTo>
                  <a:pt x="33040" y="32851"/>
                </a:lnTo>
                <a:lnTo>
                  <a:pt x="37069" y="26678"/>
                </a:lnTo>
                <a:lnTo>
                  <a:pt x="38531" y="19088"/>
                </a:lnTo>
                <a:lnTo>
                  <a:pt x="37069" y="11546"/>
                </a:lnTo>
                <a:lnTo>
                  <a:pt x="33040" y="5491"/>
                </a:lnTo>
                <a:lnTo>
                  <a:pt x="26985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87339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985" y="36961"/>
                </a:lnTo>
                <a:lnTo>
                  <a:pt x="33040" y="32724"/>
                </a:lnTo>
                <a:lnTo>
                  <a:pt x="37069" y="26530"/>
                </a:lnTo>
                <a:lnTo>
                  <a:pt x="38531" y="19088"/>
                </a:lnTo>
                <a:lnTo>
                  <a:pt x="37069" y="11546"/>
                </a:lnTo>
                <a:lnTo>
                  <a:pt x="33040" y="5491"/>
                </a:lnTo>
                <a:lnTo>
                  <a:pt x="26985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87339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985" y="36693"/>
                </a:lnTo>
                <a:lnTo>
                  <a:pt x="33040" y="32705"/>
                </a:lnTo>
                <a:lnTo>
                  <a:pt x="37069" y="26760"/>
                </a:lnTo>
                <a:lnTo>
                  <a:pt x="38531" y="19430"/>
                </a:lnTo>
                <a:lnTo>
                  <a:pt x="37069" y="11690"/>
                </a:lnTo>
                <a:lnTo>
                  <a:pt x="33040" y="5534"/>
                </a:lnTo>
                <a:lnTo>
                  <a:pt x="26985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87339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985" y="37011"/>
                </a:lnTo>
                <a:lnTo>
                  <a:pt x="33040" y="32858"/>
                </a:lnTo>
                <a:lnTo>
                  <a:pt x="37069" y="26680"/>
                </a:lnTo>
                <a:lnTo>
                  <a:pt x="38531" y="19088"/>
                </a:lnTo>
                <a:lnTo>
                  <a:pt x="37069" y="11701"/>
                </a:lnTo>
                <a:lnTo>
                  <a:pt x="33040" y="5629"/>
                </a:lnTo>
                <a:lnTo>
                  <a:pt x="26985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87339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985" y="37056"/>
                </a:lnTo>
                <a:lnTo>
                  <a:pt x="33040" y="33027"/>
                </a:lnTo>
                <a:lnTo>
                  <a:pt x="37069" y="26973"/>
                </a:lnTo>
                <a:lnTo>
                  <a:pt x="38531" y="19430"/>
                </a:lnTo>
                <a:lnTo>
                  <a:pt x="37069" y="11840"/>
                </a:lnTo>
                <a:lnTo>
                  <a:pt x="33040" y="5667"/>
                </a:lnTo>
                <a:lnTo>
                  <a:pt x="26985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87339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985" y="36949"/>
                </a:lnTo>
                <a:lnTo>
                  <a:pt x="33040" y="32712"/>
                </a:lnTo>
                <a:lnTo>
                  <a:pt x="37069" y="26517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610461" y="9124912"/>
            <a:ext cx="38100" cy="19050"/>
          </a:xfrm>
          <a:custGeom>
            <a:avLst/>
            <a:gdLst/>
            <a:ahLst/>
            <a:cxnLst/>
            <a:rect l="l" t="t" r="r" b="b"/>
            <a:pathLst>
              <a:path w="38100" h="19050">
                <a:moveTo>
                  <a:pt x="18938" y="0"/>
                </a:moveTo>
                <a:lnTo>
                  <a:pt x="11403" y="1530"/>
                </a:lnTo>
                <a:lnTo>
                  <a:pt x="5352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7876" y="18732"/>
                </a:lnTo>
                <a:lnTo>
                  <a:pt x="36551" y="11853"/>
                </a:lnTo>
                <a:lnTo>
                  <a:pt x="32524" y="5680"/>
                </a:lnTo>
                <a:lnTo>
                  <a:pt x="26473" y="1530"/>
                </a:lnTo>
                <a:lnTo>
                  <a:pt x="1893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61032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4"/>
                </a:lnTo>
                <a:lnTo>
                  <a:pt x="5489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89" y="32996"/>
                </a:lnTo>
                <a:lnTo>
                  <a:pt x="11540" y="37063"/>
                </a:lnTo>
                <a:lnTo>
                  <a:pt x="19075" y="38531"/>
                </a:lnTo>
                <a:lnTo>
                  <a:pt x="26610" y="37063"/>
                </a:lnTo>
                <a:lnTo>
                  <a:pt x="32661" y="32996"/>
                </a:lnTo>
                <a:lnTo>
                  <a:pt x="36688" y="26835"/>
                </a:lnTo>
                <a:lnTo>
                  <a:pt x="38150" y="19088"/>
                </a:lnTo>
                <a:lnTo>
                  <a:pt x="36688" y="11701"/>
                </a:lnTo>
                <a:lnTo>
                  <a:pt x="32661" y="5629"/>
                </a:lnTo>
                <a:lnTo>
                  <a:pt x="26610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61032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68"/>
                </a:lnTo>
                <a:lnTo>
                  <a:pt x="5489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89" y="33027"/>
                </a:lnTo>
                <a:lnTo>
                  <a:pt x="11540" y="37056"/>
                </a:lnTo>
                <a:lnTo>
                  <a:pt x="19075" y="38519"/>
                </a:lnTo>
                <a:lnTo>
                  <a:pt x="26610" y="37056"/>
                </a:lnTo>
                <a:lnTo>
                  <a:pt x="32661" y="33027"/>
                </a:lnTo>
                <a:lnTo>
                  <a:pt x="36688" y="26973"/>
                </a:lnTo>
                <a:lnTo>
                  <a:pt x="38150" y="19431"/>
                </a:lnTo>
                <a:lnTo>
                  <a:pt x="36688" y="11990"/>
                </a:lnTo>
                <a:lnTo>
                  <a:pt x="32661" y="5800"/>
                </a:lnTo>
                <a:lnTo>
                  <a:pt x="26610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61032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89" y="32845"/>
                </a:lnTo>
                <a:lnTo>
                  <a:pt x="11540" y="36999"/>
                </a:lnTo>
                <a:lnTo>
                  <a:pt x="19075" y="38519"/>
                </a:lnTo>
                <a:lnTo>
                  <a:pt x="26610" y="36999"/>
                </a:lnTo>
                <a:lnTo>
                  <a:pt x="32661" y="32845"/>
                </a:lnTo>
                <a:lnTo>
                  <a:pt x="36688" y="26667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61032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70"/>
                </a:lnTo>
                <a:lnTo>
                  <a:pt x="5489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89" y="32896"/>
                </a:lnTo>
                <a:lnTo>
                  <a:pt x="11540" y="37006"/>
                </a:lnTo>
                <a:lnTo>
                  <a:pt x="19075" y="38519"/>
                </a:lnTo>
                <a:lnTo>
                  <a:pt x="26610" y="37006"/>
                </a:lnTo>
                <a:lnTo>
                  <a:pt x="32661" y="32896"/>
                </a:lnTo>
                <a:lnTo>
                  <a:pt x="36688" y="26828"/>
                </a:lnTo>
                <a:lnTo>
                  <a:pt x="38150" y="19443"/>
                </a:lnTo>
                <a:lnTo>
                  <a:pt x="36688" y="12001"/>
                </a:lnTo>
                <a:lnTo>
                  <a:pt x="32661" y="5807"/>
                </a:lnTo>
                <a:lnTo>
                  <a:pt x="26610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61032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89" y="32850"/>
                </a:lnTo>
                <a:lnTo>
                  <a:pt x="11540" y="37000"/>
                </a:lnTo>
                <a:lnTo>
                  <a:pt x="19075" y="38519"/>
                </a:lnTo>
                <a:lnTo>
                  <a:pt x="26610" y="37000"/>
                </a:lnTo>
                <a:lnTo>
                  <a:pt x="32661" y="32850"/>
                </a:lnTo>
                <a:lnTo>
                  <a:pt x="36688" y="26672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61032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70"/>
                </a:lnTo>
                <a:lnTo>
                  <a:pt x="5489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89" y="32896"/>
                </a:lnTo>
                <a:lnTo>
                  <a:pt x="11540" y="37006"/>
                </a:lnTo>
                <a:lnTo>
                  <a:pt x="19075" y="38519"/>
                </a:lnTo>
                <a:lnTo>
                  <a:pt x="26610" y="37006"/>
                </a:lnTo>
                <a:lnTo>
                  <a:pt x="32661" y="32896"/>
                </a:lnTo>
                <a:lnTo>
                  <a:pt x="36688" y="26828"/>
                </a:lnTo>
                <a:lnTo>
                  <a:pt x="38150" y="19443"/>
                </a:lnTo>
                <a:lnTo>
                  <a:pt x="36688" y="12001"/>
                </a:lnTo>
                <a:lnTo>
                  <a:pt x="32661" y="5807"/>
                </a:lnTo>
                <a:lnTo>
                  <a:pt x="26610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61032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2"/>
                </a:lnTo>
                <a:lnTo>
                  <a:pt x="5489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89" y="32851"/>
                </a:lnTo>
                <a:lnTo>
                  <a:pt x="11540" y="37001"/>
                </a:lnTo>
                <a:lnTo>
                  <a:pt x="19075" y="38519"/>
                </a:lnTo>
                <a:lnTo>
                  <a:pt x="26610" y="37001"/>
                </a:lnTo>
                <a:lnTo>
                  <a:pt x="32661" y="32851"/>
                </a:lnTo>
                <a:lnTo>
                  <a:pt x="36688" y="26678"/>
                </a:lnTo>
                <a:lnTo>
                  <a:pt x="38150" y="19088"/>
                </a:lnTo>
                <a:lnTo>
                  <a:pt x="36688" y="11546"/>
                </a:lnTo>
                <a:lnTo>
                  <a:pt x="32661" y="5491"/>
                </a:lnTo>
                <a:lnTo>
                  <a:pt x="26610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61032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2"/>
                </a:lnTo>
                <a:lnTo>
                  <a:pt x="5489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89" y="32724"/>
                </a:lnTo>
                <a:lnTo>
                  <a:pt x="11540" y="36961"/>
                </a:lnTo>
                <a:lnTo>
                  <a:pt x="19075" y="38531"/>
                </a:lnTo>
                <a:lnTo>
                  <a:pt x="26610" y="36961"/>
                </a:lnTo>
                <a:lnTo>
                  <a:pt x="32661" y="32724"/>
                </a:lnTo>
                <a:lnTo>
                  <a:pt x="36688" y="26530"/>
                </a:lnTo>
                <a:lnTo>
                  <a:pt x="38150" y="19088"/>
                </a:lnTo>
                <a:lnTo>
                  <a:pt x="36688" y="11546"/>
                </a:lnTo>
                <a:lnTo>
                  <a:pt x="32661" y="5491"/>
                </a:lnTo>
                <a:lnTo>
                  <a:pt x="26610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61032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8"/>
                </a:lnTo>
                <a:lnTo>
                  <a:pt x="5489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89" y="32705"/>
                </a:lnTo>
                <a:lnTo>
                  <a:pt x="11540" y="36693"/>
                </a:lnTo>
                <a:lnTo>
                  <a:pt x="19075" y="38150"/>
                </a:lnTo>
                <a:lnTo>
                  <a:pt x="26610" y="36693"/>
                </a:lnTo>
                <a:lnTo>
                  <a:pt x="32661" y="32705"/>
                </a:lnTo>
                <a:lnTo>
                  <a:pt x="36688" y="26760"/>
                </a:lnTo>
                <a:lnTo>
                  <a:pt x="38150" y="19430"/>
                </a:lnTo>
                <a:lnTo>
                  <a:pt x="36688" y="11690"/>
                </a:lnTo>
                <a:lnTo>
                  <a:pt x="32661" y="5534"/>
                </a:lnTo>
                <a:lnTo>
                  <a:pt x="26610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61032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4"/>
                </a:lnTo>
                <a:lnTo>
                  <a:pt x="5489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89" y="32858"/>
                </a:lnTo>
                <a:lnTo>
                  <a:pt x="11540" y="37011"/>
                </a:lnTo>
                <a:lnTo>
                  <a:pt x="19075" y="38531"/>
                </a:lnTo>
                <a:lnTo>
                  <a:pt x="26610" y="37011"/>
                </a:lnTo>
                <a:lnTo>
                  <a:pt x="32661" y="32858"/>
                </a:lnTo>
                <a:lnTo>
                  <a:pt x="36688" y="26680"/>
                </a:lnTo>
                <a:lnTo>
                  <a:pt x="38150" y="19088"/>
                </a:lnTo>
                <a:lnTo>
                  <a:pt x="36688" y="11701"/>
                </a:lnTo>
                <a:lnTo>
                  <a:pt x="32661" y="5629"/>
                </a:lnTo>
                <a:lnTo>
                  <a:pt x="26610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61032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8"/>
                </a:lnTo>
                <a:lnTo>
                  <a:pt x="5489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89" y="33027"/>
                </a:lnTo>
                <a:lnTo>
                  <a:pt x="11540" y="37056"/>
                </a:lnTo>
                <a:lnTo>
                  <a:pt x="19075" y="38519"/>
                </a:lnTo>
                <a:lnTo>
                  <a:pt x="26610" y="37056"/>
                </a:lnTo>
                <a:lnTo>
                  <a:pt x="32661" y="33027"/>
                </a:lnTo>
                <a:lnTo>
                  <a:pt x="36688" y="26973"/>
                </a:lnTo>
                <a:lnTo>
                  <a:pt x="38150" y="19430"/>
                </a:lnTo>
                <a:lnTo>
                  <a:pt x="36688" y="11840"/>
                </a:lnTo>
                <a:lnTo>
                  <a:pt x="32661" y="5667"/>
                </a:lnTo>
                <a:lnTo>
                  <a:pt x="26610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61032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89" y="32712"/>
                </a:lnTo>
                <a:lnTo>
                  <a:pt x="11540" y="36949"/>
                </a:lnTo>
                <a:lnTo>
                  <a:pt x="19075" y="38519"/>
                </a:lnTo>
                <a:lnTo>
                  <a:pt x="26610" y="36949"/>
                </a:lnTo>
                <a:lnTo>
                  <a:pt x="32661" y="32712"/>
                </a:lnTo>
                <a:lnTo>
                  <a:pt x="36688" y="26517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347015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47" y="18732"/>
                </a:lnTo>
                <a:lnTo>
                  <a:pt x="36874" y="11853"/>
                </a:lnTo>
                <a:lnTo>
                  <a:pt x="32760" y="5680"/>
                </a:lnTo>
                <a:lnTo>
                  <a:pt x="26687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34687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30" y="37063"/>
                </a:lnTo>
                <a:lnTo>
                  <a:pt x="32902" y="32996"/>
                </a:lnTo>
                <a:lnTo>
                  <a:pt x="37017" y="26835"/>
                </a:lnTo>
                <a:lnTo>
                  <a:pt x="38531" y="19088"/>
                </a:lnTo>
                <a:lnTo>
                  <a:pt x="37017" y="11701"/>
                </a:lnTo>
                <a:lnTo>
                  <a:pt x="32902" y="5629"/>
                </a:lnTo>
                <a:lnTo>
                  <a:pt x="26830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34687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30" y="37056"/>
                </a:lnTo>
                <a:lnTo>
                  <a:pt x="32902" y="33027"/>
                </a:lnTo>
                <a:lnTo>
                  <a:pt x="37017" y="26973"/>
                </a:lnTo>
                <a:lnTo>
                  <a:pt x="38531" y="19431"/>
                </a:lnTo>
                <a:lnTo>
                  <a:pt x="37017" y="11990"/>
                </a:lnTo>
                <a:lnTo>
                  <a:pt x="32902" y="5800"/>
                </a:lnTo>
                <a:lnTo>
                  <a:pt x="26830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34687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30" y="36999"/>
                </a:lnTo>
                <a:lnTo>
                  <a:pt x="32902" y="32845"/>
                </a:lnTo>
                <a:lnTo>
                  <a:pt x="37017" y="26667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34687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30" y="37006"/>
                </a:lnTo>
                <a:lnTo>
                  <a:pt x="32902" y="32896"/>
                </a:lnTo>
                <a:lnTo>
                  <a:pt x="37017" y="26828"/>
                </a:lnTo>
                <a:lnTo>
                  <a:pt x="38531" y="19443"/>
                </a:lnTo>
                <a:lnTo>
                  <a:pt x="37017" y="12001"/>
                </a:lnTo>
                <a:lnTo>
                  <a:pt x="32902" y="5807"/>
                </a:lnTo>
                <a:lnTo>
                  <a:pt x="26830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34687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30" y="37000"/>
                </a:lnTo>
                <a:lnTo>
                  <a:pt x="32902" y="32850"/>
                </a:lnTo>
                <a:lnTo>
                  <a:pt x="37017" y="26672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34687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30" y="37006"/>
                </a:lnTo>
                <a:lnTo>
                  <a:pt x="32902" y="32896"/>
                </a:lnTo>
                <a:lnTo>
                  <a:pt x="37017" y="26828"/>
                </a:lnTo>
                <a:lnTo>
                  <a:pt x="38531" y="19443"/>
                </a:lnTo>
                <a:lnTo>
                  <a:pt x="37017" y="12001"/>
                </a:lnTo>
                <a:lnTo>
                  <a:pt x="32902" y="5807"/>
                </a:lnTo>
                <a:lnTo>
                  <a:pt x="26830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34687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30" y="37001"/>
                </a:lnTo>
                <a:lnTo>
                  <a:pt x="32902" y="32851"/>
                </a:lnTo>
                <a:lnTo>
                  <a:pt x="37017" y="26678"/>
                </a:lnTo>
                <a:lnTo>
                  <a:pt x="38531" y="19088"/>
                </a:lnTo>
                <a:lnTo>
                  <a:pt x="37017" y="11546"/>
                </a:lnTo>
                <a:lnTo>
                  <a:pt x="32902" y="5491"/>
                </a:lnTo>
                <a:lnTo>
                  <a:pt x="26830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34687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30" y="36961"/>
                </a:lnTo>
                <a:lnTo>
                  <a:pt x="32902" y="32724"/>
                </a:lnTo>
                <a:lnTo>
                  <a:pt x="37017" y="26530"/>
                </a:lnTo>
                <a:lnTo>
                  <a:pt x="38531" y="19088"/>
                </a:lnTo>
                <a:lnTo>
                  <a:pt x="37017" y="11546"/>
                </a:lnTo>
                <a:lnTo>
                  <a:pt x="32902" y="5491"/>
                </a:lnTo>
                <a:lnTo>
                  <a:pt x="26830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34687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30" y="36693"/>
                </a:lnTo>
                <a:lnTo>
                  <a:pt x="32902" y="32705"/>
                </a:lnTo>
                <a:lnTo>
                  <a:pt x="37017" y="26760"/>
                </a:lnTo>
                <a:lnTo>
                  <a:pt x="38531" y="19430"/>
                </a:lnTo>
                <a:lnTo>
                  <a:pt x="37017" y="11690"/>
                </a:lnTo>
                <a:lnTo>
                  <a:pt x="32902" y="5534"/>
                </a:lnTo>
                <a:lnTo>
                  <a:pt x="26830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34687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30" y="37011"/>
                </a:lnTo>
                <a:lnTo>
                  <a:pt x="32902" y="32858"/>
                </a:lnTo>
                <a:lnTo>
                  <a:pt x="37017" y="26680"/>
                </a:lnTo>
                <a:lnTo>
                  <a:pt x="38531" y="19088"/>
                </a:lnTo>
                <a:lnTo>
                  <a:pt x="37017" y="11701"/>
                </a:lnTo>
                <a:lnTo>
                  <a:pt x="32902" y="5629"/>
                </a:lnTo>
                <a:lnTo>
                  <a:pt x="26830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34687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30" y="37056"/>
                </a:lnTo>
                <a:lnTo>
                  <a:pt x="32902" y="33027"/>
                </a:lnTo>
                <a:lnTo>
                  <a:pt x="37017" y="26973"/>
                </a:lnTo>
                <a:lnTo>
                  <a:pt x="38531" y="19430"/>
                </a:lnTo>
                <a:lnTo>
                  <a:pt x="37017" y="11840"/>
                </a:lnTo>
                <a:lnTo>
                  <a:pt x="32902" y="5667"/>
                </a:lnTo>
                <a:lnTo>
                  <a:pt x="26830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34687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30" y="36949"/>
                </a:lnTo>
                <a:lnTo>
                  <a:pt x="32902" y="32712"/>
                </a:lnTo>
                <a:lnTo>
                  <a:pt x="37017" y="26517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083572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39" y="18732"/>
                </a:lnTo>
                <a:lnTo>
                  <a:pt x="36864" y="11853"/>
                </a:lnTo>
                <a:lnTo>
                  <a:pt x="32714" y="5680"/>
                </a:lnTo>
                <a:lnTo>
                  <a:pt x="26541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083436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78" y="37063"/>
                </a:lnTo>
                <a:lnTo>
                  <a:pt x="32851" y="32996"/>
                </a:lnTo>
                <a:lnTo>
                  <a:pt x="37001" y="26835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083436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1"/>
                </a:lnTo>
                <a:lnTo>
                  <a:pt x="37001" y="11990"/>
                </a:lnTo>
                <a:lnTo>
                  <a:pt x="32851" y="5800"/>
                </a:lnTo>
                <a:lnTo>
                  <a:pt x="2667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083436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78" y="36999"/>
                </a:lnTo>
                <a:lnTo>
                  <a:pt x="32851" y="32845"/>
                </a:lnTo>
                <a:lnTo>
                  <a:pt x="37001" y="2666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083436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083436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78" y="37000"/>
                </a:lnTo>
                <a:lnTo>
                  <a:pt x="32851" y="32850"/>
                </a:lnTo>
                <a:lnTo>
                  <a:pt x="37001" y="26672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083436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083436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78" y="37001"/>
                </a:lnTo>
                <a:lnTo>
                  <a:pt x="32851" y="32851"/>
                </a:lnTo>
                <a:lnTo>
                  <a:pt x="37001" y="26678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083436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78" y="36961"/>
                </a:lnTo>
                <a:lnTo>
                  <a:pt x="32851" y="32724"/>
                </a:lnTo>
                <a:lnTo>
                  <a:pt x="37001" y="26530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083436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78" y="36693"/>
                </a:lnTo>
                <a:lnTo>
                  <a:pt x="32851" y="32705"/>
                </a:lnTo>
                <a:lnTo>
                  <a:pt x="37001" y="26760"/>
                </a:lnTo>
                <a:lnTo>
                  <a:pt x="38519" y="19430"/>
                </a:lnTo>
                <a:lnTo>
                  <a:pt x="37001" y="11690"/>
                </a:lnTo>
                <a:lnTo>
                  <a:pt x="32851" y="5534"/>
                </a:lnTo>
                <a:lnTo>
                  <a:pt x="2667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083436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78" y="37011"/>
                </a:lnTo>
                <a:lnTo>
                  <a:pt x="32851" y="32858"/>
                </a:lnTo>
                <a:lnTo>
                  <a:pt x="37001" y="26680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083436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0"/>
                </a:lnTo>
                <a:lnTo>
                  <a:pt x="37001" y="11840"/>
                </a:lnTo>
                <a:lnTo>
                  <a:pt x="32851" y="5667"/>
                </a:lnTo>
                <a:lnTo>
                  <a:pt x="2667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083436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78" y="36949"/>
                </a:lnTo>
                <a:lnTo>
                  <a:pt x="32851" y="32712"/>
                </a:lnTo>
                <a:lnTo>
                  <a:pt x="37001" y="2651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820144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819997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819997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819997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819997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819997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819997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819997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819997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819997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819997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819997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819997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955670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59" y="11853"/>
                </a:lnTo>
                <a:lnTo>
                  <a:pt x="32708" y="5680"/>
                </a:lnTo>
                <a:lnTo>
                  <a:pt x="2653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95565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72" y="37063"/>
                </a:lnTo>
                <a:lnTo>
                  <a:pt x="32850" y="32996"/>
                </a:lnTo>
                <a:lnTo>
                  <a:pt x="37000" y="26835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95565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1"/>
                </a:lnTo>
                <a:lnTo>
                  <a:pt x="37000" y="11990"/>
                </a:lnTo>
                <a:lnTo>
                  <a:pt x="32850" y="5800"/>
                </a:lnTo>
                <a:lnTo>
                  <a:pt x="2667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95565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72" y="36999"/>
                </a:lnTo>
                <a:lnTo>
                  <a:pt x="32850" y="32845"/>
                </a:lnTo>
                <a:lnTo>
                  <a:pt x="37000" y="2666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95565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95565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72" y="37000"/>
                </a:lnTo>
                <a:lnTo>
                  <a:pt x="32850" y="32850"/>
                </a:lnTo>
                <a:lnTo>
                  <a:pt x="37000" y="26672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95565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95565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72" y="37001"/>
                </a:lnTo>
                <a:lnTo>
                  <a:pt x="32850" y="32851"/>
                </a:lnTo>
                <a:lnTo>
                  <a:pt x="37000" y="26678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95565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72" y="36961"/>
                </a:lnTo>
                <a:lnTo>
                  <a:pt x="32850" y="32724"/>
                </a:lnTo>
                <a:lnTo>
                  <a:pt x="37000" y="26530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95565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72" y="36693"/>
                </a:lnTo>
                <a:lnTo>
                  <a:pt x="32850" y="32705"/>
                </a:lnTo>
                <a:lnTo>
                  <a:pt x="37000" y="26760"/>
                </a:lnTo>
                <a:lnTo>
                  <a:pt x="38519" y="19430"/>
                </a:lnTo>
                <a:lnTo>
                  <a:pt x="37000" y="11690"/>
                </a:lnTo>
                <a:lnTo>
                  <a:pt x="32850" y="5534"/>
                </a:lnTo>
                <a:lnTo>
                  <a:pt x="2667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95565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72" y="37011"/>
                </a:lnTo>
                <a:lnTo>
                  <a:pt x="32850" y="32858"/>
                </a:lnTo>
                <a:lnTo>
                  <a:pt x="37000" y="26680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95565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0"/>
                </a:lnTo>
                <a:lnTo>
                  <a:pt x="37000" y="11840"/>
                </a:lnTo>
                <a:lnTo>
                  <a:pt x="32850" y="5667"/>
                </a:lnTo>
                <a:lnTo>
                  <a:pt x="2667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95565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72" y="36949"/>
                </a:lnTo>
                <a:lnTo>
                  <a:pt x="32850" y="32712"/>
                </a:lnTo>
                <a:lnTo>
                  <a:pt x="37000" y="2651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0293268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0293121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0293121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0293121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0293121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0293121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0293121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0293121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0293121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0293121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0293121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0293121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0293121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1029825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57" y="11853"/>
                </a:lnTo>
                <a:lnTo>
                  <a:pt x="32703" y="5680"/>
                </a:lnTo>
                <a:lnTo>
                  <a:pt x="26525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102968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67" y="37063"/>
                </a:lnTo>
                <a:lnTo>
                  <a:pt x="32845" y="32996"/>
                </a:lnTo>
                <a:lnTo>
                  <a:pt x="36999" y="26835"/>
                </a:lnTo>
                <a:lnTo>
                  <a:pt x="38519" y="19088"/>
                </a:lnTo>
                <a:lnTo>
                  <a:pt x="36999" y="11701"/>
                </a:lnTo>
                <a:lnTo>
                  <a:pt x="32845" y="5629"/>
                </a:lnTo>
                <a:lnTo>
                  <a:pt x="26667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102968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67" y="37056"/>
                </a:lnTo>
                <a:lnTo>
                  <a:pt x="32845" y="33027"/>
                </a:lnTo>
                <a:lnTo>
                  <a:pt x="36999" y="26973"/>
                </a:lnTo>
                <a:lnTo>
                  <a:pt x="38519" y="19431"/>
                </a:lnTo>
                <a:lnTo>
                  <a:pt x="36999" y="11990"/>
                </a:lnTo>
                <a:lnTo>
                  <a:pt x="32845" y="5800"/>
                </a:lnTo>
                <a:lnTo>
                  <a:pt x="26667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102968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67" y="36999"/>
                </a:lnTo>
                <a:lnTo>
                  <a:pt x="32845" y="32845"/>
                </a:lnTo>
                <a:lnTo>
                  <a:pt x="36999" y="26667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102968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67" y="37006"/>
                </a:lnTo>
                <a:lnTo>
                  <a:pt x="32845" y="32896"/>
                </a:lnTo>
                <a:lnTo>
                  <a:pt x="36999" y="26828"/>
                </a:lnTo>
                <a:lnTo>
                  <a:pt x="38519" y="19443"/>
                </a:lnTo>
                <a:lnTo>
                  <a:pt x="36999" y="12001"/>
                </a:lnTo>
                <a:lnTo>
                  <a:pt x="32845" y="5807"/>
                </a:lnTo>
                <a:lnTo>
                  <a:pt x="26667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102968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67" y="37000"/>
                </a:lnTo>
                <a:lnTo>
                  <a:pt x="32845" y="32850"/>
                </a:lnTo>
                <a:lnTo>
                  <a:pt x="36999" y="26672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102968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67" y="37006"/>
                </a:lnTo>
                <a:lnTo>
                  <a:pt x="32845" y="32896"/>
                </a:lnTo>
                <a:lnTo>
                  <a:pt x="36999" y="26828"/>
                </a:lnTo>
                <a:lnTo>
                  <a:pt x="38519" y="19443"/>
                </a:lnTo>
                <a:lnTo>
                  <a:pt x="36999" y="12001"/>
                </a:lnTo>
                <a:lnTo>
                  <a:pt x="32845" y="5807"/>
                </a:lnTo>
                <a:lnTo>
                  <a:pt x="26667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102968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67" y="37001"/>
                </a:lnTo>
                <a:lnTo>
                  <a:pt x="32845" y="32851"/>
                </a:lnTo>
                <a:lnTo>
                  <a:pt x="36999" y="26678"/>
                </a:lnTo>
                <a:lnTo>
                  <a:pt x="38519" y="19088"/>
                </a:lnTo>
                <a:lnTo>
                  <a:pt x="36999" y="11546"/>
                </a:lnTo>
                <a:lnTo>
                  <a:pt x="32845" y="5491"/>
                </a:lnTo>
                <a:lnTo>
                  <a:pt x="26667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102968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67" y="36961"/>
                </a:lnTo>
                <a:lnTo>
                  <a:pt x="32845" y="32724"/>
                </a:lnTo>
                <a:lnTo>
                  <a:pt x="36999" y="26530"/>
                </a:lnTo>
                <a:lnTo>
                  <a:pt x="38519" y="19088"/>
                </a:lnTo>
                <a:lnTo>
                  <a:pt x="36999" y="11546"/>
                </a:lnTo>
                <a:lnTo>
                  <a:pt x="32845" y="5491"/>
                </a:lnTo>
                <a:lnTo>
                  <a:pt x="26667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102968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67" y="36693"/>
                </a:lnTo>
                <a:lnTo>
                  <a:pt x="32845" y="32705"/>
                </a:lnTo>
                <a:lnTo>
                  <a:pt x="36999" y="26760"/>
                </a:lnTo>
                <a:lnTo>
                  <a:pt x="38519" y="19430"/>
                </a:lnTo>
                <a:lnTo>
                  <a:pt x="36999" y="11690"/>
                </a:lnTo>
                <a:lnTo>
                  <a:pt x="32845" y="5534"/>
                </a:lnTo>
                <a:lnTo>
                  <a:pt x="26667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102968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67" y="37011"/>
                </a:lnTo>
                <a:lnTo>
                  <a:pt x="32845" y="32858"/>
                </a:lnTo>
                <a:lnTo>
                  <a:pt x="36999" y="26680"/>
                </a:lnTo>
                <a:lnTo>
                  <a:pt x="38519" y="19088"/>
                </a:lnTo>
                <a:lnTo>
                  <a:pt x="36999" y="11701"/>
                </a:lnTo>
                <a:lnTo>
                  <a:pt x="32845" y="5629"/>
                </a:lnTo>
                <a:lnTo>
                  <a:pt x="26667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102968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67" y="37056"/>
                </a:lnTo>
                <a:lnTo>
                  <a:pt x="32845" y="33027"/>
                </a:lnTo>
                <a:lnTo>
                  <a:pt x="36999" y="26973"/>
                </a:lnTo>
                <a:lnTo>
                  <a:pt x="38519" y="19430"/>
                </a:lnTo>
                <a:lnTo>
                  <a:pt x="36999" y="11840"/>
                </a:lnTo>
                <a:lnTo>
                  <a:pt x="32845" y="5667"/>
                </a:lnTo>
                <a:lnTo>
                  <a:pt x="26667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102968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67" y="36949"/>
                </a:lnTo>
                <a:lnTo>
                  <a:pt x="32845" y="32712"/>
                </a:lnTo>
                <a:lnTo>
                  <a:pt x="36999" y="26517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176639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84" y="0"/>
                </a:moveTo>
                <a:lnTo>
                  <a:pt x="11843" y="1530"/>
                </a:lnTo>
                <a:lnTo>
                  <a:pt x="5653" y="5680"/>
                </a:lnTo>
                <a:lnTo>
                  <a:pt x="1421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909" y="11853"/>
                </a:lnTo>
                <a:lnTo>
                  <a:pt x="32881" y="5680"/>
                </a:lnTo>
                <a:lnTo>
                  <a:pt x="26826" y="1530"/>
                </a:lnTo>
                <a:lnTo>
                  <a:pt x="19284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176624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835"/>
                </a:lnTo>
                <a:lnTo>
                  <a:pt x="5800" y="32996"/>
                </a:lnTo>
                <a:lnTo>
                  <a:pt x="11990" y="37063"/>
                </a:lnTo>
                <a:lnTo>
                  <a:pt x="19430" y="38531"/>
                </a:lnTo>
                <a:lnTo>
                  <a:pt x="26973" y="37063"/>
                </a:lnTo>
                <a:lnTo>
                  <a:pt x="33027" y="32996"/>
                </a:lnTo>
                <a:lnTo>
                  <a:pt x="37056" y="26835"/>
                </a:lnTo>
                <a:lnTo>
                  <a:pt x="38519" y="19088"/>
                </a:lnTo>
                <a:lnTo>
                  <a:pt x="37056" y="11701"/>
                </a:lnTo>
                <a:lnTo>
                  <a:pt x="33027" y="5629"/>
                </a:lnTo>
                <a:lnTo>
                  <a:pt x="26973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176624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68"/>
                </a:lnTo>
                <a:lnTo>
                  <a:pt x="5800" y="5800"/>
                </a:lnTo>
                <a:lnTo>
                  <a:pt x="1568" y="11990"/>
                </a:lnTo>
                <a:lnTo>
                  <a:pt x="0" y="19431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0" y="38519"/>
                </a:lnTo>
                <a:lnTo>
                  <a:pt x="26973" y="37056"/>
                </a:lnTo>
                <a:lnTo>
                  <a:pt x="33027" y="33027"/>
                </a:lnTo>
                <a:lnTo>
                  <a:pt x="37056" y="26973"/>
                </a:lnTo>
                <a:lnTo>
                  <a:pt x="38519" y="19431"/>
                </a:lnTo>
                <a:lnTo>
                  <a:pt x="37056" y="11990"/>
                </a:lnTo>
                <a:lnTo>
                  <a:pt x="33027" y="5800"/>
                </a:lnTo>
                <a:lnTo>
                  <a:pt x="26973" y="15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176624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67"/>
                </a:lnTo>
                <a:lnTo>
                  <a:pt x="5800" y="32845"/>
                </a:lnTo>
                <a:lnTo>
                  <a:pt x="11990" y="36999"/>
                </a:lnTo>
                <a:lnTo>
                  <a:pt x="19430" y="38519"/>
                </a:lnTo>
                <a:lnTo>
                  <a:pt x="26973" y="36999"/>
                </a:lnTo>
                <a:lnTo>
                  <a:pt x="33027" y="32845"/>
                </a:lnTo>
                <a:lnTo>
                  <a:pt x="37056" y="26667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176624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0" y="38519"/>
                </a:lnTo>
                <a:lnTo>
                  <a:pt x="26973" y="37006"/>
                </a:lnTo>
                <a:lnTo>
                  <a:pt x="33027" y="32896"/>
                </a:lnTo>
                <a:lnTo>
                  <a:pt x="37056" y="26828"/>
                </a:lnTo>
                <a:lnTo>
                  <a:pt x="38519" y="19443"/>
                </a:lnTo>
                <a:lnTo>
                  <a:pt x="37056" y="12001"/>
                </a:lnTo>
                <a:lnTo>
                  <a:pt x="33027" y="5807"/>
                </a:lnTo>
                <a:lnTo>
                  <a:pt x="26973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176624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72"/>
                </a:lnTo>
                <a:lnTo>
                  <a:pt x="5800" y="32850"/>
                </a:lnTo>
                <a:lnTo>
                  <a:pt x="11990" y="37000"/>
                </a:lnTo>
                <a:lnTo>
                  <a:pt x="19430" y="38519"/>
                </a:lnTo>
                <a:lnTo>
                  <a:pt x="26973" y="37000"/>
                </a:lnTo>
                <a:lnTo>
                  <a:pt x="33027" y="32850"/>
                </a:lnTo>
                <a:lnTo>
                  <a:pt x="37056" y="26672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176624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0" y="38519"/>
                </a:lnTo>
                <a:lnTo>
                  <a:pt x="26973" y="37006"/>
                </a:lnTo>
                <a:lnTo>
                  <a:pt x="33027" y="32896"/>
                </a:lnTo>
                <a:lnTo>
                  <a:pt x="37056" y="26828"/>
                </a:lnTo>
                <a:lnTo>
                  <a:pt x="38519" y="19443"/>
                </a:lnTo>
                <a:lnTo>
                  <a:pt x="37056" y="12001"/>
                </a:lnTo>
                <a:lnTo>
                  <a:pt x="33027" y="5807"/>
                </a:lnTo>
                <a:lnTo>
                  <a:pt x="26973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176624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678"/>
                </a:lnTo>
                <a:lnTo>
                  <a:pt x="5800" y="32851"/>
                </a:lnTo>
                <a:lnTo>
                  <a:pt x="11990" y="37001"/>
                </a:lnTo>
                <a:lnTo>
                  <a:pt x="19430" y="38519"/>
                </a:lnTo>
                <a:lnTo>
                  <a:pt x="26973" y="37001"/>
                </a:lnTo>
                <a:lnTo>
                  <a:pt x="33027" y="32851"/>
                </a:lnTo>
                <a:lnTo>
                  <a:pt x="37056" y="26678"/>
                </a:lnTo>
                <a:lnTo>
                  <a:pt x="38519" y="19088"/>
                </a:lnTo>
                <a:lnTo>
                  <a:pt x="37056" y="11546"/>
                </a:lnTo>
                <a:lnTo>
                  <a:pt x="33027" y="5491"/>
                </a:lnTo>
                <a:lnTo>
                  <a:pt x="26973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176624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530"/>
                </a:lnTo>
                <a:lnTo>
                  <a:pt x="5800" y="32724"/>
                </a:lnTo>
                <a:lnTo>
                  <a:pt x="11990" y="36961"/>
                </a:lnTo>
                <a:lnTo>
                  <a:pt x="19430" y="38531"/>
                </a:lnTo>
                <a:lnTo>
                  <a:pt x="26973" y="36961"/>
                </a:lnTo>
                <a:lnTo>
                  <a:pt x="33027" y="32724"/>
                </a:lnTo>
                <a:lnTo>
                  <a:pt x="37056" y="26530"/>
                </a:lnTo>
                <a:lnTo>
                  <a:pt x="38519" y="19088"/>
                </a:lnTo>
                <a:lnTo>
                  <a:pt x="37056" y="11546"/>
                </a:lnTo>
                <a:lnTo>
                  <a:pt x="33027" y="5491"/>
                </a:lnTo>
                <a:lnTo>
                  <a:pt x="26973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176624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8"/>
                </a:lnTo>
                <a:lnTo>
                  <a:pt x="5800" y="5534"/>
                </a:lnTo>
                <a:lnTo>
                  <a:pt x="1568" y="11690"/>
                </a:lnTo>
                <a:lnTo>
                  <a:pt x="0" y="19430"/>
                </a:lnTo>
                <a:lnTo>
                  <a:pt x="1568" y="26760"/>
                </a:lnTo>
                <a:lnTo>
                  <a:pt x="5800" y="32705"/>
                </a:lnTo>
                <a:lnTo>
                  <a:pt x="11990" y="36693"/>
                </a:lnTo>
                <a:lnTo>
                  <a:pt x="19430" y="38150"/>
                </a:lnTo>
                <a:lnTo>
                  <a:pt x="26973" y="36693"/>
                </a:lnTo>
                <a:lnTo>
                  <a:pt x="33027" y="32705"/>
                </a:lnTo>
                <a:lnTo>
                  <a:pt x="37056" y="26760"/>
                </a:lnTo>
                <a:lnTo>
                  <a:pt x="38519" y="19430"/>
                </a:lnTo>
                <a:lnTo>
                  <a:pt x="37056" y="11690"/>
                </a:lnTo>
                <a:lnTo>
                  <a:pt x="33027" y="5534"/>
                </a:lnTo>
                <a:lnTo>
                  <a:pt x="26973" y="14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176624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680"/>
                </a:lnTo>
                <a:lnTo>
                  <a:pt x="5800" y="32858"/>
                </a:lnTo>
                <a:lnTo>
                  <a:pt x="11990" y="37011"/>
                </a:lnTo>
                <a:lnTo>
                  <a:pt x="19430" y="38531"/>
                </a:lnTo>
                <a:lnTo>
                  <a:pt x="26973" y="37011"/>
                </a:lnTo>
                <a:lnTo>
                  <a:pt x="33027" y="32858"/>
                </a:lnTo>
                <a:lnTo>
                  <a:pt x="37056" y="26680"/>
                </a:lnTo>
                <a:lnTo>
                  <a:pt x="38519" y="19088"/>
                </a:lnTo>
                <a:lnTo>
                  <a:pt x="37056" y="11701"/>
                </a:lnTo>
                <a:lnTo>
                  <a:pt x="33027" y="5629"/>
                </a:lnTo>
                <a:lnTo>
                  <a:pt x="26973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176624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8"/>
                </a:lnTo>
                <a:lnTo>
                  <a:pt x="5800" y="5667"/>
                </a:lnTo>
                <a:lnTo>
                  <a:pt x="1568" y="11840"/>
                </a:lnTo>
                <a:lnTo>
                  <a:pt x="0" y="19430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0" y="38519"/>
                </a:lnTo>
                <a:lnTo>
                  <a:pt x="26973" y="37056"/>
                </a:lnTo>
                <a:lnTo>
                  <a:pt x="33027" y="33027"/>
                </a:lnTo>
                <a:lnTo>
                  <a:pt x="37056" y="26973"/>
                </a:lnTo>
                <a:lnTo>
                  <a:pt x="38519" y="19430"/>
                </a:lnTo>
                <a:lnTo>
                  <a:pt x="37056" y="11840"/>
                </a:lnTo>
                <a:lnTo>
                  <a:pt x="33027" y="5667"/>
                </a:lnTo>
                <a:lnTo>
                  <a:pt x="26973" y="151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176624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517"/>
                </a:lnTo>
                <a:lnTo>
                  <a:pt x="5800" y="32712"/>
                </a:lnTo>
                <a:lnTo>
                  <a:pt x="11990" y="36949"/>
                </a:lnTo>
                <a:lnTo>
                  <a:pt x="19430" y="38519"/>
                </a:lnTo>
                <a:lnTo>
                  <a:pt x="26973" y="36949"/>
                </a:lnTo>
                <a:lnTo>
                  <a:pt x="33027" y="32712"/>
                </a:lnTo>
                <a:lnTo>
                  <a:pt x="37056" y="26517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250293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921" y="11853"/>
                </a:lnTo>
                <a:lnTo>
                  <a:pt x="32854" y="5680"/>
                </a:lnTo>
                <a:lnTo>
                  <a:pt x="26693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250279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835" y="37063"/>
                </a:lnTo>
                <a:lnTo>
                  <a:pt x="32996" y="32996"/>
                </a:lnTo>
                <a:lnTo>
                  <a:pt x="37063" y="26835"/>
                </a:lnTo>
                <a:lnTo>
                  <a:pt x="38531" y="19088"/>
                </a:lnTo>
                <a:lnTo>
                  <a:pt x="37063" y="11701"/>
                </a:lnTo>
                <a:lnTo>
                  <a:pt x="32996" y="5629"/>
                </a:lnTo>
                <a:lnTo>
                  <a:pt x="26835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250279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835" y="37056"/>
                </a:lnTo>
                <a:lnTo>
                  <a:pt x="32996" y="33027"/>
                </a:lnTo>
                <a:lnTo>
                  <a:pt x="37063" y="26973"/>
                </a:lnTo>
                <a:lnTo>
                  <a:pt x="38531" y="19431"/>
                </a:lnTo>
                <a:lnTo>
                  <a:pt x="37063" y="11990"/>
                </a:lnTo>
                <a:lnTo>
                  <a:pt x="32996" y="5800"/>
                </a:lnTo>
                <a:lnTo>
                  <a:pt x="26835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250279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835" y="36999"/>
                </a:lnTo>
                <a:lnTo>
                  <a:pt x="32996" y="32845"/>
                </a:lnTo>
                <a:lnTo>
                  <a:pt x="37063" y="26667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250279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835" y="37006"/>
                </a:lnTo>
                <a:lnTo>
                  <a:pt x="32996" y="32896"/>
                </a:lnTo>
                <a:lnTo>
                  <a:pt x="37063" y="26828"/>
                </a:lnTo>
                <a:lnTo>
                  <a:pt x="38531" y="19443"/>
                </a:lnTo>
                <a:lnTo>
                  <a:pt x="37063" y="12001"/>
                </a:lnTo>
                <a:lnTo>
                  <a:pt x="32996" y="5807"/>
                </a:lnTo>
                <a:lnTo>
                  <a:pt x="26835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250279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835" y="37000"/>
                </a:lnTo>
                <a:lnTo>
                  <a:pt x="32996" y="32850"/>
                </a:lnTo>
                <a:lnTo>
                  <a:pt x="37063" y="26672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250279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835" y="37006"/>
                </a:lnTo>
                <a:lnTo>
                  <a:pt x="32996" y="32896"/>
                </a:lnTo>
                <a:lnTo>
                  <a:pt x="37063" y="26828"/>
                </a:lnTo>
                <a:lnTo>
                  <a:pt x="38531" y="19443"/>
                </a:lnTo>
                <a:lnTo>
                  <a:pt x="37063" y="12001"/>
                </a:lnTo>
                <a:lnTo>
                  <a:pt x="32996" y="5807"/>
                </a:lnTo>
                <a:lnTo>
                  <a:pt x="26835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250279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835" y="37001"/>
                </a:lnTo>
                <a:lnTo>
                  <a:pt x="32996" y="32851"/>
                </a:lnTo>
                <a:lnTo>
                  <a:pt x="37063" y="26678"/>
                </a:lnTo>
                <a:lnTo>
                  <a:pt x="38531" y="19088"/>
                </a:lnTo>
                <a:lnTo>
                  <a:pt x="37063" y="11546"/>
                </a:lnTo>
                <a:lnTo>
                  <a:pt x="32996" y="5491"/>
                </a:lnTo>
                <a:lnTo>
                  <a:pt x="26835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250279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835" y="36961"/>
                </a:lnTo>
                <a:lnTo>
                  <a:pt x="32996" y="32724"/>
                </a:lnTo>
                <a:lnTo>
                  <a:pt x="37063" y="26530"/>
                </a:lnTo>
                <a:lnTo>
                  <a:pt x="38531" y="19088"/>
                </a:lnTo>
                <a:lnTo>
                  <a:pt x="37063" y="11546"/>
                </a:lnTo>
                <a:lnTo>
                  <a:pt x="32996" y="5491"/>
                </a:lnTo>
                <a:lnTo>
                  <a:pt x="26835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250279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835" y="36693"/>
                </a:lnTo>
                <a:lnTo>
                  <a:pt x="32996" y="32705"/>
                </a:lnTo>
                <a:lnTo>
                  <a:pt x="37063" y="26760"/>
                </a:lnTo>
                <a:lnTo>
                  <a:pt x="38531" y="19430"/>
                </a:lnTo>
                <a:lnTo>
                  <a:pt x="37063" y="11690"/>
                </a:lnTo>
                <a:lnTo>
                  <a:pt x="32996" y="5534"/>
                </a:lnTo>
                <a:lnTo>
                  <a:pt x="26835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250279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835" y="37011"/>
                </a:lnTo>
                <a:lnTo>
                  <a:pt x="32996" y="32858"/>
                </a:lnTo>
                <a:lnTo>
                  <a:pt x="37063" y="26680"/>
                </a:lnTo>
                <a:lnTo>
                  <a:pt x="38531" y="19088"/>
                </a:lnTo>
                <a:lnTo>
                  <a:pt x="37063" y="11701"/>
                </a:lnTo>
                <a:lnTo>
                  <a:pt x="32996" y="5629"/>
                </a:lnTo>
                <a:lnTo>
                  <a:pt x="26835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250279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835" y="37056"/>
                </a:lnTo>
                <a:lnTo>
                  <a:pt x="32996" y="33027"/>
                </a:lnTo>
                <a:lnTo>
                  <a:pt x="37063" y="26973"/>
                </a:lnTo>
                <a:lnTo>
                  <a:pt x="38531" y="19430"/>
                </a:lnTo>
                <a:lnTo>
                  <a:pt x="37063" y="11840"/>
                </a:lnTo>
                <a:lnTo>
                  <a:pt x="32996" y="5667"/>
                </a:lnTo>
                <a:lnTo>
                  <a:pt x="26835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250279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835" y="36949"/>
                </a:lnTo>
                <a:lnTo>
                  <a:pt x="32996" y="32712"/>
                </a:lnTo>
                <a:lnTo>
                  <a:pt x="37063" y="26517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3239861" y="9124912"/>
            <a:ext cx="38100" cy="19050"/>
          </a:xfrm>
          <a:custGeom>
            <a:avLst/>
            <a:gdLst/>
            <a:ahLst/>
            <a:cxnLst/>
            <a:rect l="l" t="t" r="r" b="b"/>
            <a:pathLst>
              <a:path w="38100" h="19050">
                <a:moveTo>
                  <a:pt x="19293" y="0"/>
                </a:moveTo>
                <a:lnTo>
                  <a:pt x="11553" y="1530"/>
                </a:lnTo>
                <a:lnTo>
                  <a:pt x="5396" y="5680"/>
                </a:lnTo>
                <a:lnTo>
                  <a:pt x="1330" y="11853"/>
                </a:lnTo>
                <a:lnTo>
                  <a:pt x="0" y="18732"/>
                </a:lnTo>
                <a:lnTo>
                  <a:pt x="37876" y="18732"/>
                </a:lnTo>
                <a:lnTo>
                  <a:pt x="36556" y="11853"/>
                </a:lnTo>
                <a:lnTo>
                  <a:pt x="32568" y="5680"/>
                </a:lnTo>
                <a:lnTo>
                  <a:pt x="26622" y="1530"/>
                </a:lnTo>
                <a:lnTo>
                  <a:pt x="1929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323972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4"/>
                </a:lnTo>
                <a:lnTo>
                  <a:pt x="5534" y="5629"/>
                </a:lnTo>
                <a:lnTo>
                  <a:pt x="1468" y="11701"/>
                </a:lnTo>
                <a:lnTo>
                  <a:pt x="0" y="19088"/>
                </a:lnTo>
                <a:lnTo>
                  <a:pt x="1468" y="26835"/>
                </a:lnTo>
                <a:lnTo>
                  <a:pt x="5534" y="32996"/>
                </a:lnTo>
                <a:lnTo>
                  <a:pt x="11690" y="37063"/>
                </a:lnTo>
                <a:lnTo>
                  <a:pt x="19430" y="38531"/>
                </a:lnTo>
                <a:lnTo>
                  <a:pt x="26760" y="37063"/>
                </a:lnTo>
                <a:lnTo>
                  <a:pt x="32705" y="32996"/>
                </a:lnTo>
                <a:lnTo>
                  <a:pt x="36693" y="26835"/>
                </a:lnTo>
                <a:lnTo>
                  <a:pt x="38150" y="19088"/>
                </a:lnTo>
                <a:lnTo>
                  <a:pt x="36693" y="11701"/>
                </a:lnTo>
                <a:lnTo>
                  <a:pt x="32705" y="5629"/>
                </a:lnTo>
                <a:lnTo>
                  <a:pt x="26760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323972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68"/>
                </a:lnTo>
                <a:lnTo>
                  <a:pt x="5534" y="5800"/>
                </a:lnTo>
                <a:lnTo>
                  <a:pt x="1468" y="11990"/>
                </a:lnTo>
                <a:lnTo>
                  <a:pt x="0" y="19431"/>
                </a:lnTo>
                <a:lnTo>
                  <a:pt x="1468" y="26973"/>
                </a:lnTo>
                <a:lnTo>
                  <a:pt x="5534" y="33027"/>
                </a:lnTo>
                <a:lnTo>
                  <a:pt x="11690" y="37056"/>
                </a:lnTo>
                <a:lnTo>
                  <a:pt x="19430" y="38519"/>
                </a:lnTo>
                <a:lnTo>
                  <a:pt x="26760" y="37056"/>
                </a:lnTo>
                <a:lnTo>
                  <a:pt x="32705" y="33027"/>
                </a:lnTo>
                <a:lnTo>
                  <a:pt x="36693" y="26973"/>
                </a:lnTo>
                <a:lnTo>
                  <a:pt x="38150" y="19431"/>
                </a:lnTo>
                <a:lnTo>
                  <a:pt x="36693" y="11990"/>
                </a:lnTo>
                <a:lnTo>
                  <a:pt x="32705" y="5800"/>
                </a:lnTo>
                <a:lnTo>
                  <a:pt x="26760" y="15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323972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667"/>
                </a:lnTo>
                <a:lnTo>
                  <a:pt x="5534" y="32845"/>
                </a:lnTo>
                <a:lnTo>
                  <a:pt x="11690" y="36999"/>
                </a:lnTo>
                <a:lnTo>
                  <a:pt x="19430" y="38519"/>
                </a:lnTo>
                <a:lnTo>
                  <a:pt x="26760" y="36999"/>
                </a:lnTo>
                <a:lnTo>
                  <a:pt x="32705" y="32845"/>
                </a:lnTo>
                <a:lnTo>
                  <a:pt x="36693" y="26667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323972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70"/>
                </a:lnTo>
                <a:lnTo>
                  <a:pt x="5534" y="5807"/>
                </a:lnTo>
                <a:lnTo>
                  <a:pt x="1468" y="12001"/>
                </a:lnTo>
                <a:lnTo>
                  <a:pt x="0" y="19443"/>
                </a:lnTo>
                <a:lnTo>
                  <a:pt x="1468" y="26828"/>
                </a:lnTo>
                <a:lnTo>
                  <a:pt x="5534" y="32896"/>
                </a:lnTo>
                <a:lnTo>
                  <a:pt x="11690" y="37006"/>
                </a:lnTo>
                <a:lnTo>
                  <a:pt x="19430" y="38519"/>
                </a:lnTo>
                <a:lnTo>
                  <a:pt x="26760" y="37006"/>
                </a:lnTo>
                <a:lnTo>
                  <a:pt x="32705" y="32896"/>
                </a:lnTo>
                <a:lnTo>
                  <a:pt x="36693" y="26828"/>
                </a:lnTo>
                <a:lnTo>
                  <a:pt x="38150" y="19443"/>
                </a:lnTo>
                <a:lnTo>
                  <a:pt x="36693" y="12001"/>
                </a:lnTo>
                <a:lnTo>
                  <a:pt x="32705" y="5807"/>
                </a:lnTo>
                <a:lnTo>
                  <a:pt x="26760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323972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672"/>
                </a:lnTo>
                <a:lnTo>
                  <a:pt x="5534" y="32850"/>
                </a:lnTo>
                <a:lnTo>
                  <a:pt x="11690" y="37000"/>
                </a:lnTo>
                <a:lnTo>
                  <a:pt x="19430" y="38519"/>
                </a:lnTo>
                <a:lnTo>
                  <a:pt x="26760" y="37000"/>
                </a:lnTo>
                <a:lnTo>
                  <a:pt x="32705" y="32850"/>
                </a:lnTo>
                <a:lnTo>
                  <a:pt x="36693" y="26672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323972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70"/>
                </a:lnTo>
                <a:lnTo>
                  <a:pt x="5534" y="5807"/>
                </a:lnTo>
                <a:lnTo>
                  <a:pt x="1468" y="12001"/>
                </a:lnTo>
                <a:lnTo>
                  <a:pt x="0" y="19443"/>
                </a:lnTo>
                <a:lnTo>
                  <a:pt x="1468" y="26828"/>
                </a:lnTo>
                <a:lnTo>
                  <a:pt x="5534" y="32896"/>
                </a:lnTo>
                <a:lnTo>
                  <a:pt x="11690" y="37006"/>
                </a:lnTo>
                <a:lnTo>
                  <a:pt x="19430" y="38519"/>
                </a:lnTo>
                <a:lnTo>
                  <a:pt x="26760" y="37006"/>
                </a:lnTo>
                <a:lnTo>
                  <a:pt x="32705" y="32896"/>
                </a:lnTo>
                <a:lnTo>
                  <a:pt x="36693" y="26828"/>
                </a:lnTo>
                <a:lnTo>
                  <a:pt x="38150" y="19443"/>
                </a:lnTo>
                <a:lnTo>
                  <a:pt x="36693" y="12001"/>
                </a:lnTo>
                <a:lnTo>
                  <a:pt x="32705" y="5807"/>
                </a:lnTo>
                <a:lnTo>
                  <a:pt x="26760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323972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2"/>
                </a:lnTo>
                <a:lnTo>
                  <a:pt x="5534" y="5491"/>
                </a:lnTo>
                <a:lnTo>
                  <a:pt x="1468" y="11546"/>
                </a:lnTo>
                <a:lnTo>
                  <a:pt x="0" y="19088"/>
                </a:lnTo>
                <a:lnTo>
                  <a:pt x="1468" y="26678"/>
                </a:lnTo>
                <a:lnTo>
                  <a:pt x="5534" y="32851"/>
                </a:lnTo>
                <a:lnTo>
                  <a:pt x="11690" y="37001"/>
                </a:lnTo>
                <a:lnTo>
                  <a:pt x="19430" y="38519"/>
                </a:lnTo>
                <a:lnTo>
                  <a:pt x="26760" y="37001"/>
                </a:lnTo>
                <a:lnTo>
                  <a:pt x="32705" y="32851"/>
                </a:lnTo>
                <a:lnTo>
                  <a:pt x="36693" y="26678"/>
                </a:lnTo>
                <a:lnTo>
                  <a:pt x="38150" y="19088"/>
                </a:lnTo>
                <a:lnTo>
                  <a:pt x="36693" y="11546"/>
                </a:lnTo>
                <a:lnTo>
                  <a:pt x="32705" y="5491"/>
                </a:lnTo>
                <a:lnTo>
                  <a:pt x="26760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323972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2"/>
                </a:lnTo>
                <a:lnTo>
                  <a:pt x="5534" y="5491"/>
                </a:lnTo>
                <a:lnTo>
                  <a:pt x="1468" y="11546"/>
                </a:lnTo>
                <a:lnTo>
                  <a:pt x="0" y="19088"/>
                </a:lnTo>
                <a:lnTo>
                  <a:pt x="1468" y="26530"/>
                </a:lnTo>
                <a:lnTo>
                  <a:pt x="5534" y="32724"/>
                </a:lnTo>
                <a:lnTo>
                  <a:pt x="11690" y="36961"/>
                </a:lnTo>
                <a:lnTo>
                  <a:pt x="19430" y="38531"/>
                </a:lnTo>
                <a:lnTo>
                  <a:pt x="26760" y="36961"/>
                </a:lnTo>
                <a:lnTo>
                  <a:pt x="32705" y="32724"/>
                </a:lnTo>
                <a:lnTo>
                  <a:pt x="36693" y="26530"/>
                </a:lnTo>
                <a:lnTo>
                  <a:pt x="38150" y="19088"/>
                </a:lnTo>
                <a:lnTo>
                  <a:pt x="36693" y="11546"/>
                </a:lnTo>
                <a:lnTo>
                  <a:pt x="32705" y="5491"/>
                </a:lnTo>
                <a:lnTo>
                  <a:pt x="26760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323972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8"/>
                </a:lnTo>
                <a:lnTo>
                  <a:pt x="5534" y="5534"/>
                </a:lnTo>
                <a:lnTo>
                  <a:pt x="1468" y="11690"/>
                </a:lnTo>
                <a:lnTo>
                  <a:pt x="0" y="19430"/>
                </a:lnTo>
                <a:lnTo>
                  <a:pt x="1468" y="26760"/>
                </a:lnTo>
                <a:lnTo>
                  <a:pt x="5534" y="32705"/>
                </a:lnTo>
                <a:lnTo>
                  <a:pt x="11690" y="36693"/>
                </a:lnTo>
                <a:lnTo>
                  <a:pt x="19430" y="38150"/>
                </a:lnTo>
                <a:lnTo>
                  <a:pt x="26760" y="36693"/>
                </a:lnTo>
                <a:lnTo>
                  <a:pt x="32705" y="32705"/>
                </a:lnTo>
                <a:lnTo>
                  <a:pt x="36693" y="26760"/>
                </a:lnTo>
                <a:lnTo>
                  <a:pt x="38150" y="19430"/>
                </a:lnTo>
                <a:lnTo>
                  <a:pt x="36693" y="11690"/>
                </a:lnTo>
                <a:lnTo>
                  <a:pt x="32705" y="5534"/>
                </a:lnTo>
                <a:lnTo>
                  <a:pt x="26760" y="14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323972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4"/>
                </a:lnTo>
                <a:lnTo>
                  <a:pt x="5534" y="5629"/>
                </a:lnTo>
                <a:lnTo>
                  <a:pt x="1468" y="11701"/>
                </a:lnTo>
                <a:lnTo>
                  <a:pt x="0" y="19088"/>
                </a:lnTo>
                <a:lnTo>
                  <a:pt x="1468" y="26680"/>
                </a:lnTo>
                <a:lnTo>
                  <a:pt x="5534" y="32858"/>
                </a:lnTo>
                <a:lnTo>
                  <a:pt x="11690" y="37011"/>
                </a:lnTo>
                <a:lnTo>
                  <a:pt x="19430" y="38531"/>
                </a:lnTo>
                <a:lnTo>
                  <a:pt x="26760" y="37011"/>
                </a:lnTo>
                <a:lnTo>
                  <a:pt x="32705" y="32858"/>
                </a:lnTo>
                <a:lnTo>
                  <a:pt x="36693" y="26680"/>
                </a:lnTo>
                <a:lnTo>
                  <a:pt x="38150" y="19088"/>
                </a:lnTo>
                <a:lnTo>
                  <a:pt x="36693" y="11701"/>
                </a:lnTo>
                <a:lnTo>
                  <a:pt x="32705" y="5629"/>
                </a:lnTo>
                <a:lnTo>
                  <a:pt x="26760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323972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8"/>
                </a:lnTo>
                <a:lnTo>
                  <a:pt x="5534" y="5667"/>
                </a:lnTo>
                <a:lnTo>
                  <a:pt x="1468" y="11840"/>
                </a:lnTo>
                <a:lnTo>
                  <a:pt x="0" y="19430"/>
                </a:lnTo>
                <a:lnTo>
                  <a:pt x="1468" y="26973"/>
                </a:lnTo>
                <a:lnTo>
                  <a:pt x="5534" y="33027"/>
                </a:lnTo>
                <a:lnTo>
                  <a:pt x="11690" y="37056"/>
                </a:lnTo>
                <a:lnTo>
                  <a:pt x="19430" y="38519"/>
                </a:lnTo>
                <a:lnTo>
                  <a:pt x="26760" y="37056"/>
                </a:lnTo>
                <a:lnTo>
                  <a:pt x="32705" y="33027"/>
                </a:lnTo>
                <a:lnTo>
                  <a:pt x="36693" y="26973"/>
                </a:lnTo>
                <a:lnTo>
                  <a:pt x="38150" y="19430"/>
                </a:lnTo>
                <a:lnTo>
                  <a:pt x="36693" y="11840"/>
                </a:lnTo>
                <a:lnTo>
                  <a:pt x="32705" y="5667"/>
                </a:lnTo>
                <a:lnTo>
                  <a:pt x="26760" y="151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323972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517"/>
                </a:lnTo>
                <a:lnTo>
                  <a:pt x="5534" y="32712"/>
                </a:lnTo>
                <a:lnTo>
                  <a:pt x="11690" y="36949"/>
                </a:lnTo>
                <a:lnTo>
                  <a:pt x="19430" y="38519"/>
                </a:lnTo>
                <a:lnTo>
                  <a:pt x="26760" y="36949"/>
                </a:lnTo>
                <a:lnTo>
                  <a:pt x="32705" y="32712"/>
                </a:lnTo>
                <a:lnTo>
                  <a:pt x="36693" y="26517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397641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874" y="11853"/>
                </a:lnTo>
                <a:lnTo>
                  <a:pt x="32721" y="5680"/>
                </a:lnTo>
                <a:lnTo>
                  <a:pt x="26543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397627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80" y="37063"/>
                </a:lnTo>
                <a:lnTo>
                  <a:pt x="32858" y="32996"/>
                </a:lnTo>
                <a:lnTo>
                  <a:pt x="37011" y="26835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397627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1"/>
                </a:lnTo>
                <a:lnTo>
                  <a:pt x="37011" y="11990"/>
                </a:lnTo>
                <a:lnTo>
                  <a:pt x="32858" y="5800"/>
                </a:lnTo>
                <a:lnTo>
                  <a:pt x="26680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397627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80" y="36999"/>
                </a:lnTo>
                <a:lnTo>
                  <a:pt x="32858" y="32845"/>
                </a:lnTo>
                <a:lnTo>
                  <a:pt x="37011" y="2666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397627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397627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80" y="37000"/>
                </a:lnTo>
                <a:lnTo>
                  <a:pt x="32858" y="32850"/>
                </a:lnTo>
                <a:lnTo>
                  <a:pt x="37011" y="26672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397627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397627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80" y="37001"/>
                </a:lnTo>
                <a:lnTo>
                  <a:pt x="32858" y="32851"/>
                </a:lnTo>
                <a:lnTo>
                  <a:pt x="37011" y="26678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397627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80" y="36961"/>
                </a:lnTo>
                <a:lnTo>
                  <a:pt x="32858" y="32724"/>
                </a:lnTo>
                <a:lnTo>
                  <a:pt x="37011" y="26530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397627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80" y="36693"/>
                </a:lnTo>
                <a:lnTo>
                  <a:pt x="32858" y="32705"/>
                </a:lnTo>
                <a:lnTo>
                  <a:pt x="37011" y="26760"/>
                </a:lnTo>
                <a:lnTo>
                  <a:pt x="38531" y="19430"/>
                </a:lnTo>
                <a:lnTo>
                  <a:pt x="37011" y="11690"/>
                </a:lnTo>
                <a:lnTo>
                  <a:pt x="32858" y="5534"/>
                </a:lnTo>
                <a:lnTo>
                  <a:pt x="26680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397627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80" y="37011"/>
                </a:lnTo>
                <a:lnTo>
                  <a:pt x="32858" y="32858"/>
                </a:lnTo>
                <a:lnTo>
                  <a:pt x="37011" y="26680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397627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0"/>
                </a:lnTo>
                <a:lnTo>
                  <a:pt x="37011" y="11840"/>
                </a:lnTo>
                <a:lnTo>
                  <a:pt x="32858" y="5667"/>
                </a:lnTo>
                <a:lnTo>
                  <a:pt x="26680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397627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80" y="36949"/>
                </a:lnTo>
                <a:lnTo>
                  <a:pt x="32858" y="32712"/>
                </a:lnTo>
                <a:lnTo>
                  <a:pt x="37011" y="2651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4712977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5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471283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471283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471283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471283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471283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471283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471283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471283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471283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471283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471283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471283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5449539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09" y="11853"/>
                </a:lnTo>
                <a:lnTo>
                  <a:pt x="32576" y="5680"/>
                </a:lnTo>
                <a:lnTo>
                  <a:pt x="26386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5449398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528" y="37063"/>
                </a:lnTo>
                <a:lnTo>
                  <a:pt x="32718" y="32996"/>
                </a:lnTo>
                <a:lnTo>
                  <a:pt x="36951" y="26835"/>
                </a:lnTo>
                <a:lnTo>
                  <a:pt x="38519" y="19088"/>
                </a:lnTo>
                <a:lnTo>
                  <a:pt x="36951" y="11701"/>
                </a:lnTo>
                <a:lnTo>
                  <a:pt x="32718" y="5629"/>
                </a:lnTo>
                <a:lnTo>
                  <a:pt x="2652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5449398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528" y="37056"/>
                </a:lnTo>
                <a:lnTo>
                  <a:pt x="32718" y="33027"/>
                </a:lnTo>
                <a:lnTo>
                  <a:pt x="36951" y="26973"/>
                </a:lnTo>
                <a:lnTo>
                  <a:pt x="38519" y="19431"/>
                </a:lnTo>
                <a:lnTo>
                  <a:pt x="36951" y="11990"/>
                </a:lnTo>
                <a:lnTo>
                  <a:pt x="32718" y="5800"/>
                </a:lnTo>
                <a:lnTo>
                  <a:pt x="2652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5449398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528" y="36999"/>
                </a:lnTo>
                <a:lnTo>
                  <a:pt x="32718" y="32845"/>
                </a:lnTo>
                <a:lnTo>
                  <a:pt x="36951" y="26667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5449398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528" y="37006"/>
                </a:lnTo>
                <a:lnTo>
                  <a:pt x="32718" y="32896"/>
                </a:lnTo>
                <a:lnTo>
                  <a:pt x="36951" y="26828"/>
                </a:lnTo>
                <a:lnTo>
                  <a:pt x="38519" y="19443"/>
                </a:lnTo>
                <a:lnTo>
                  <a:pt x="36951" y="12001"/>
                </a:lnTo>
                <a:lnTo>
                  <a:pt x="32718" y="5807"/>
                </a:lnTo>
                <a:lnTo>
                  <a:pt x="2652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5449398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528" y="37000"/>
                </a:lnTo>
                <a:lnTo>
                  <a:pt x="32718" y="32850"/>
                </a:lnTo>
                <a:lnTo>
                  <a:pt x="36951" y="26672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5449398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528" y="37006"/>
                </a:lnTo>
                <a:lnTo>
                  <a:pt x="32718" y="32896"/>
                </a:lnTo>
                <a:lnTo>
                  <a:pt x="36951" y="26828"/>
                </a:lnTo>
                <a:lnTo>
                  <a:pt x="38519" y="19443"/>
                </a:lnTo>
                <a:lnTo>
                  <a:pt x="36951" y="12001"/>
                </a:lnTo>
                <a:lnTo>
                  <a:pt x="32718" y="5807"/>
                </a:lnTo>
                <a:lnTo>
                  <a:pt x="2652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5449398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528" y="37001"/>
                </a:lnTo>
                <a:lnTo>
                  <a:pt x="32718" y="32851"/>
                </a:lnTo>
                <a:lnTo>
                  <a:pt x="36951" y="26678"/>
                </a:lnTo>
                <a:lnTo>
                  <a:pt x="38519" y="19088"/>
                </a:lnTo>
                <a:lnTo>
                  <a:pt x="36951" y="11546"/>
                </a:lnTo>
                <a:lnTo>
                  <a:pt x="32718" y="5491"/>
                </a:lnTo>
                <a:lnTo>
                  <a:pt x="2652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5449398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528" y="36961"/>
                </a:lnTo>
                <a:lnTo>
                  <a:pt x="32718" y="32724"/>
                </a:lnTo>
                <a:lnTo>
                  <a:pt x="36951" y="26530"/>
                </a:lnTo>
                <a:lnTo>
                  <a:pt x="38519" y="19088"/>
                </a:lnTo>
                <a:lnTo>
                  <a:pt x="36951" y="11546"/>
                </a:lnTo>
                <a:lnTo>
                  <a:pt x="32718" y="5491"/>
                </a:lnTo>
                <a:lnTo>
                  <a:pt x="2652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5449398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528" y="36693"/>
                </a:lnTo>
                <a:lnTo>
                  <a:pt x="32718" y="32705"/>
                </a:lnTo>
                <a:lnTo>
                  <a:pt x="36951" y="26760"/>
                </a:lnTo>
                <a:lnTo>
                  <a:pt x="38519" y="19430"/>
                </a:lnTo>
                <a:lnTo>
                  <a:pt x="36951" y="11690"/>
                </a:lnTo>
                <a:lnTo>
                  <a:pt x="32718" y="5534"/>
                </a:lnTo>
                <a:lnTo>
                  <a:pt x="2652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5449398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528" y="37011"/>
                </a:lnTo>
                <a:lnTo>
                  <a:pt x="32718" y="32858"/>
                </a:lnTo>
                <a:lnTo>
                  <a:pt x="36951" y="26680"/>
                </a:lnTo>
                <a:lnTo>
                  <a:pt x="38519" y="19088"/>
                </a:lnTo>
                <a:lnTo>
                  <a:pt x="36951" y="11701"/>
                </a:lnTo>
                <a:lnTo>
                  <a:pt x="32718" y="5629"/>
                </a:lnTo>
                <a:lnTo>
                  <a:pt x="2652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5449398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528" y="37056"/>
                </a:lnTo>
                <a:lnTo>
                  <a:pt x="32718" y="33027"/>
                </a:lnTo>
                <a:lnTo>
                  <a:pt x="36951" y="26973"/>
                </a:lnTo>
                <a:lnTo>
                  <a:pt x="38519" y="19430"/>
                </a:lnTo>
                <a:lnTo>
                  <a:pt x="36951" y="11840"/>
                </a:lnTo>
                <a:lnTo>
                  <a:pt x="32718" y="5667"/>
                </a:lnTo>
                <a:lnTo>
                  <a:pt x="2652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5449398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528" y="36949"/>
                </a:lnTo>
                <a:lnTo>
                  <a:pt x="32718" y="32712"/>
                </a:lnTo>
                <a:lnTo>
                  <a:pt x="36951" y="26517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618610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3" y="1530"/>
                </a:lnTo>
                <a:lnTo>
                  <a:pt x="5526" y="5680"/>
                </a:lnTo>
                <a:lnTo>
                  <a:pt x="1375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6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61859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4"/>
                </a:lnTo>
                <a:lnTo>
                  <a:pt x="5668" y="5629"/>
                </a:lnTo>
                <a:lnTo>
                  <a:pt x="1518" y="11701"/>
                </a:lnTo>
                <a:lnTo>
                  <a:pt x="0" y="19088"/>
                </a:lnTo>
                <a:lnTo>
                  <a:pt x="1518" y="26835"/>
                </a:lnTo>
                <a:lnTo>
                  <a:pt x="5668" y="32996"/>
                </a:lnTo>
                <a:lnTo>
                  <a:pt x="11846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61859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68"/>
                </a:lnTo>
                <a:lnTo>
                  <a:pt x="5668" y="5800"/>
                </a:lnTo>
                <a:lnTo>
                  <a:pt x="1518" y="11990"/>
                </a:lnTo>
                <a:lnTo>
                  <a:pt x="0" y="19431"/>
                </a:lnTo>
                <a:lnTo>
                  <a:pt x="1518" y="26973"/>
                </a:lnTo>
                <a:lnTo>
                  <a:pt x="5668" y="33027"/>
                </a:lnTo>
                <a:lnTo>
                  <a:pt x="11846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61859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667"/>
                </a:lnTo>
                <a:lnTo>
                  <a:pt x="5668" y="32845"/>
                </a:lnTo>
                <a:lnTo>
                  <a:pt x="11846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61859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70"/>
                </a:lnTo>
                <a:lnTo>
                  <a:pt x="5668" y="5807"/>
                </a:lnTo>
                <a:lnTo>
                  <a:pt x="1518" y="12001"/>
                </a:lnTo>
                <a:lnTo>
                  <a:pt x="0" y="19443"/>
                </a:lnTo>
                <a:lnTo>
                  <a:pt x="1518" y="26828"/>
                </a:lnTo>
                <a:lnTo>
                  <a:pt x="5668" y="32896"/>
                </a:lnTo>
                <a:lnTo>
                  <a:pt x="11846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61859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672"/>
                </a:lnTo>
                <a:lnTo>
                  <a:pt x="5668" y="32850"/>
                </a:lnTo>
                <a:lnTo>
                  <a:pt x="11846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61859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70"/>
                </a:lnTo>
                <a:lnTo>
                  <a:pt x="5668" y="5807"/>
                </a:lnTo>
                <a:lnTo>
                  <a:pt x="1518" y="12001"/>
                </a:lnTo>
                <a:lnTo>
                  <a:pt x="0" y="19443"/>
                </a:lnTo>
                <a:lnTo>
                  <a:pt x="1518" y="26828"/>
                </a:lnTo>
                <a:lnTo>
                  <a:pt x="5668" y="32896"/>
                </a:lnTo>
                <a:lnTo>
                  <a:pt x="11846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61859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2"/>
                </a:lnTo>
                <a:lnTo>
                  <a:pt x="5668" y="5491"/>
                </a:lnTo>
                <a:lnTo>
                  <a:pt x="1518" y="11546"/>
                </a:lnTo>
                <a:lnTo>
                  <a:pt x="0" y="19088"/>
                </a:lnTo>
                <a:lnTo>
                  <a:pt x="1518" y="26678"/>
                </a:lnTo>
                <a:lnTo>
                  <a:pt x="5668" y="32851"/>
                </a:lnTo>
                <a:lnTo>
                  <a:pt x="11846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61859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2"/>
                </a:lnTo>
                <a:lnTo>
                  <a:pt x="5668" y="5491"/>
                </a:lnTo>
                <a:lnTo>
                  <a:pt x="1518" y="11546"/>
                </a:lnTo>
                <a:lnTo>
                  <a:pt x="0" y="19088"/>
                </a:lnTo>
                <a:lnTo>
                  <a:pt x="1518" y="26530"/>
                </a:lnTo>
                <a:lnTo>
                  <a:pt x="5668" y="32724"/>
                </a:lnTo>
                <a:lnTo>
                  <a:pt x="11846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161859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8"/>
                </a:lnTo>
                <a:lnTo>
                  <a:pt x="5668" y="5534"/>
                </a:lnTo>
                <a:lnTo>
                  <a:pt x="1518" y="11690"/>
                </a:lnTo>
                <a:lnTo>
                  <a:pt x="0" y="19430"/>
                </a:lnTo>
                <a:lnTo>
                  <a:pt x="1518" y="26760"/>
                </a:lnTo>
                <a:lnTo>
                  <a:pt x="5668" y="32705"/>
                </a:lnTo>
                <a:lnTo>
                  <a:pt x="11846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161859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4"/>
                </a:lnTo>
                <a:lnTo>
                  <a:pt x="5668" y="5629"/>
                </a:lnTo>
                <a:lnTo>
                  <a:pt x="1518" y="11701"/>
                </a:lnTo>
                <a:lnTo>
                  <a:pt x="0" y="19088"/>
                </a:lnTo>
                <a:lnTo>
                  <a:pt x="1518" y="26680"/>
                </a:lnTo>
                <a:lnTo>
                  <a:pt x="5668" y="32858"/>
                </a:lnTo>
                <a:lnTo>
                  <a:pt x="11846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161859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8"/>
                </a:lnTo>
                <a:lnTo>
                  <a:pt x="5668" y="5667"/>
                </a:lnTo>
                <a:lnTo>
                  <a:pt x="1518" y="11840"/>
                </a:lnTo>
                <a:lnTo>
                  <a:pt x="0" y="19430"/>
                </a:lnTo>
                <a:lnTo>
                  <a:pt x="1518" y="26973"/>
                </a:lnTo>
                <a:lnTo>
                  <a:pt x="5668" y="33027"/>
                </a:lnTo>
                <a:lnTo>
                  <a:pt x="11846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161859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517"/>
                </a:lnTo>
                <a:lnTo>
                  <a:pt x="5668" y="32712"/>
                </a:lnTo>
                <a:lnTo>
                  <a:pt x="11846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1" name="object 301"/>
          <p:cNvGrpSpPr/>
          <p:nvPr/>
        </p:nvGrpSpPr>
        <p:grpSpPr>
          <a:xfrm>
            <a:off x="0" y="12"/>
            <a:ext cx="76835" cy="9144635"/>
            <a:chOff x="0" y="12"/>
            <a:chExt cx="76835" cy="9144635"/>
          </a:xfrm>
        </p:grpSpPr>
        <p:sp>
          <p:nvSpPr>
            <p:cNvPr id="302" name="object 302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B39EC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0" y="8765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93CEB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63FE9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0" y="8399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442E8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0" y="8216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144E6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F47E5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0" y="7850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C4AE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A4DE2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0" y="7485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750E1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0" y="7302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653D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256DE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0" y="6936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058D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D5BDB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0" y="65707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B5EDA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0" y="63878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861D8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0" y="62049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664D7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367D6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16AD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E6CD3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0" y="54734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C6FD1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0" y="5290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972D0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775C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478C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0" y="47419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27BCC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F7ECA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D80C9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0" y="4193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B83C8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0" y="4010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886C6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0" y="3827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689C5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38CC3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18FC2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0" y="3278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E92C1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C95B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0" y="2913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997BE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79ABC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0" y="2547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49DBB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2A0BA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0" y="21816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FA3B8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DA6B7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0" y="18158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AA9B5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8ABB4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0" y="14500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5AEB3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3B1B1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0" y="1084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0B4B0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EB7AE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0" y="718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BBA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0" y="5356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9BDAC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6BFAA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0" y="1699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4C2A9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0" y="12"/>
              <a:ext cx="76835" cy="183515"/>
            </a:xfrm>
            <a:custGeom>
              <a:avLst/>
              <a:gdLst/>
              <a:ahLst/>
              <a:cxnLst/>
              <a:rect l="l" t="t" r="r" b="b"/>
              <a:pathLst>
                <a:path w="76835" h="183515">
                  <a:moveTo>
                    <a:pt x="0" y="183222"/>
                  </a:moveTo>
                  <a:lnTo>
                    <a:pt x="76314" y="183222"/>
                  </a:lnTo>
                  <a:lnTo>
                    <a:pt x="76314" y="0"/>
                  </a:lnTo>
                  <a:lnTo>
                    <a:pt x="0" y="0"/>
                  </a:lnTo>
                  <a:lnTo>
                    <a:pt x="0" y="183222"/>
                  </a:lnTo>
                  <a:close/>
                </a:path>
              </a:pathLst>
            </a:custGeom>
            <a:solidFill>
              <a:srgbClr val="01C5A7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2" name="object 352"/>
          <p:cNvSpPr/>
          <p:nvPr/>
        </p:nvSpPr>
        <p:spPr>
          <a:xfrm>
            <a:off x="1015923" y="393484"/>
            <a:ext cx="1092835" cy="305435"/>
          </a:xfrm>
          <a:custGeom>
            <a:avLst/>
            <a:gdLst/>
            <a:ahLst/>
            <a:cxnLst/>
            <a:rect l="l" t="t" r="r" b="b"/>
            <a:pathLst>
              <a:path w="1092835" h="305434">
                <a:moveTo>
                  <a:pt x="1016279" y="0"/>
                </a:moveTo>
                <a:lnTo>
                  <a:pt x="75958" y="0"/>
                </a:lnTo>
                <a:lnTo>
                  <a:pt x="46318" y="6007"/>
                </a:lnTo>
                <a:lnTo>
                  <a:pt x="22182" y="22409"/>
                </a:lnTo>
                <a:lnTo>
                  <a:pt x="5944" y="46773"/>
                </a:lnTo>
                <a:lnTo>
                  <a:pt x="0" y="76669"/>
                </a:lnTo>
                <a:lnTo>
                  <a:pt x="0" y="228955"/>
                </a:lnTo>
                <a:lnTo>
                  <a:pt x="5944" y="258651"/>
                </a:lnTo>
                <a:lnTo>
                  <a:pt x="22182" y="282909"/>
                </a:lnTo>
                <a:lnTo>
                  <a:pt x="46318" y="299269"/>
                </a:lnTo>
                <a:lnTo>
                  <a:pt x="75958" y="305269"/>
                </a:lnTo>
                <a:lnTo>
                  <a:pt x="1016279" y="305269"/>
                </a:lnTo>
                <a:lnTo>
                  <a:pt x="1045970" y="299269"/>
                </a:lnTo>
                <a:lnTo>
                  <a:pt x="1070228" y="282909"/>
                </a:lnTo>
                <a:lnTo>
                  <a:pt x="1086591" y="258651"/>
                </a:lnTo>
                <a:lnTo>
                  <a:pt x="1092593" y="228955"/>
                </a:lnTo>
                <a:lnTo>
                  <a:pt x="1092593" y="76669"/>
                </a:lnTo>
                <a:lnTo>
                  <a:pt x="1086591" y="46773"/>
                </a:lnTo>
                <a:lnTo>
                  <a:pt x="1070228" y="22409"/>
                </a:lnTo>
                <a:lnTo>
                  <a:pt x="1045970" y="6007"/>
                </a:lnTo>
                <a:lnTo>
                  <a:pt x="1016279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 txBox="1"/>
          <p:nvPr/>
        </p:nvSpPr>
        <p:spPr>
          <a:xfrm>
            <a:off x="1117701" y="471144"/>
            <a:ext cx="8896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sz="9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STORY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54" name="object 354"/>
          <p:cNvGrpSpPr/>
          <p:nvPr/>
        </p:nvGrpSpPr>
        <p:grpSpPr>
          <a:xfrm>
            <a:off x="906840" y="2582643"/>
            <a:ext cx="7381875" cy="2111375"/>
            <a:chOff x="906840" y="2582643"/>
            <a:chExt cx="7381875" cy="2111375"/>
          </a:xfrm>
        </p:grpSpPr>
        <p:sp>
          <p:nvSpPr>
            <p:cNvPr id="355" name="object 355"/>
            <p:cNvSpPr/>
            <p:nvPr/>
          </p:nvSpPr>
          <p:spPr>
            <a:xfrm>
              <a:off x="914399" y="2590203"/>
              <a:ext cx="7366634" cy="2096135"/>
            </a:xfrm>
            <a:custGeom>
              <a:avLst/>
              <a:gdLst/>
              <a:ahLst/>
              <a:cxnLst/>
              <a:rect l="l" t="t" r="r" b="b"/>
              <a:pathLst>
                <a:path w="7366634" h="2096135">
                  <a:moveTo>
                    <a:pt x="7239241" y="0"/>
                  </a:moveTo>
                  <a:lnTo>
                    <a:pt x="127076" y="0"/>
                  </a:lnTo>
                  <a:lnTo>
                    <a:pt x="77452" y="9982"/>
                  </a:lnTo>
                  <a:lnTo>
                    <a:pt x="37077" y="37210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1968842"/>
                  </a:lnTo>
                  <a:lnTo>
                    <a:pt x="9932" y="2018311"/>
                  </a:lnTo>
                  <a:lnTo>
                    <a:pt x="37077" y="2058703"/>
                  </a:lnTo>
                  <a:lnTo>
                    <a:pt x="77452" y="2085934"/>
                  </a:lnTo>
                  <a:lnTo>
                    <a:pt x="127076" y="2095919"/>
                  </a:lnTo>
                  <a:lnTo>
                    <a:pt x="7239241" y="2095919"/>
                  </a:lnTo>
                  <a:lnTo>
                    <a:pt x="7288709" y="2085934"/>
                  </a:lnTo>
                  <a:lnTo>
                    <a:pt x="7329101" y="2058703"/>
                  </a:lnTo>
                  <a:lnTo>
                    <a:pt x="7356332" y="2018311"/>
                  </a:lnTo>
                  <a:lnTo>
                    <a:pt x="7366317" y="1968842"/>
                  </a:lnTo>
                  <a:lnTo>
                    <a:pt x="7366317" y="127076"/>
                  </a:lnTo>
                  <a:lnTo>
                    <a:pt x="7356332" y="77602"/>
                  </a:lnTo>
                  <a:lnTo>
                    <a:pt x="7329101" y="37210"/>
                  </a:lnTo>
                  <a:lnTo>
                    <a:pt x="7288709" y="9982"/>
                  </a:lnTo>
                  <a:lnTo>
                    <a:pt x="7239241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914399" y="2590203"/>
              <a:ext cx="7366634" cy="2096135"/>
            </a:xfrm>
            <a:custGeom>
              <a:avLst/>
              <a:gdLst/>
              <a:ahLst/>
              <a:cxnLst/>
              <a:rect l="l" t="t" r="r" b="b"/>
              <a:pathLst>
                <a:path w="7366634" h="2096135">
                  <a:moveTo>
                    <a:pt x="127076" y="2095919"/>
                  </a:moveTo>
                  <a:lnTo>
                    <a:pt x="7239241" y="2095919"/>
                  </a:lnTo>
                  <a:lnTo>
                    <a:pt x="7288709" y="2085934"/>
                  </a:lnTo>
                  <a:lnTo>
                    <a:pt x="7329101" y="2058703"/>
                  </a:lnTo>
                  <a:lnTo>
                    <a:pt x="7356332" y="2018311"/>
                  </a:lnTo>
                  <a:lnTo>
                    <a:pt x="7366317" y="1968842"/>
                  </a:lnTo>
                  <a:lnTo>
                    <a:pt x="7366317" y="127076"/>
                  </a:lnTo>
                  <a:lnTo>
                    <a:pt x="7356332" y="77602"/>
                  </a:lnTo>
                  <a:lnTo>
                    <a:pt x="7329101" y="37210"/>
                  </a:lnTo>
                  <a:lnTo>
                    <a:pt x="7288709" y="9982"/>
                  </a:lnTo>
                  <a:lnTo>
                    <a:pt x="7239241" y="0"/>
                  </a:lnTo>
                  <a:lnTo>
                    <a:pt x="127076" y="0"/>
                  </a:lnTo>
                  <a:lnTo>
                    <a:pt x="77452" y="9982"/>
                  </a:lnTo>
                  <a:lnTo>
                    <a:pt x="37077" y="37210"/>
                  </a:lnTo>
                  <a:lnTo>
                    <a:pt x="9932" y="77602"/>
                  </a:lnTo>
                  <a:lnTo>
                    <a:pt x="0" y="127076"/>
                  </a:lnTo>
                  <a:lnTo>
                    <a:pt x="0" y="1968842"/>
                  </a:lnTo>
                  <a:lnTo>
                    <a:pt x="9932" y="2018311"/>
                  </a:lnTo>
                  <a:lnTo>
                    <a:pt x="37077" y="2058703"/>
                  </a:lnTo>
                  <a:lnTo>
                    <a:pt x="77452" y="2085934"/>
                  </a:lnTo>
                  <a:lnTo>
                    <a:pt x="127076" y="2095919"/>
                  </a:lnTo>
                  <a:close/>
                </a:path>
              </a:pathLst>
            </a:custGeom>
            <a:ln w="1511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7" name="object 357"/>
          <p:cNvSpPr txBox="1">
            <a:spLocks noGrp="1"/>
          </p:cNvSpPr>
          <p:nvPr>
            <p:ph type="title"/>
          </p:nvPr>
        </p:nvSpPr>
        <p:spPr>
          <a:xfrm>
            <a:off x="1003223" y="749414"/>
            <a:ext cx="6336665" cy="17780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algn="just">
              <a:lnSpc>
                <a:spcPct val="93800"/>
              </a:lnSpc>
              <a:spcBef>
                <a:spcPts val="395"/>
              </a:spcBef>
            </a:pPr>
            <a:r>
              <a:rPr sz="4000" dirty="0"/>
              <a:t>We</a:t>
            </a:r>
            <a:r>
              <a:rPr sz="4000" spc="-10" dirty="0"/>
              <a:t> </a:t>
            </a:r>
            <a:r>
              <a:rPr sz="4000" spc="195" dirty="0"/>
              <a:t>didn't</a:t>
            </a:r>
            <a:r>
              <a:rPr sz="4000" spc="-10" dirty="0"/>
              <a:t> </a:t>
            </a:r>
            <a:r>
              <a:rPr sz="4000" spc="200" dirty="0"/>
              <a:t>build</a:t>
            </a:r>
            <a:r>
              <a:rPr sz="4000" spc="-10" dirty="0"/>
              <a:t> </a:t>
            </a:r>
            <a:r>
              <a:rPr sz="4000" dirty="0"/>
              <a:t>a</a:t>
            </a:r>
            <a:r>
              <a:rPr sz="4000" spc="-20" dirty="0"/>
              <a:t> </a:t>
            </a:r>
            <a:r>
              <a:rPr sz="4000" spc="165" dirty="0"/>
              <a:t>product. </a:t>
            </a:r>
            <a:r>
              <a:rPr sz="4000" dirty="0"/>
              <a:t>We</a:t>
            </a:r>
            <a:r>
              <a:rPr sz="4000" spc="-15" dirty="0"/>
              <a:t> </a:t>
            </a:r>
            <a:r>
              <a:rPr sz="4000" spc="204" dirty="0"/>
              <a:t>built</a:t>
            </a:r>
            <a:r>
              <a:rPr sz="4000" spc="-10" dirty="0"/>
              <a:t> </a:t>
            </a:r>
            <a:r>
              <a:rPr sz="4000" spc="120" dirty="0"/>
              <a:t>the</a:t>
            </a:r>
            <a:r>
              <a:rPr sz="4000" spc="-10" dirty="0"/>
              <a:t> </a:t>
            </a:r>
            <a:r>
              <a:rPr sz="4000" spc="165" dirty="0"/>
              <a:t>infrastructure </a:t>
            </a:r>
            <a:r>
              <a:rPr sz="4000" spc="140" dirty="0">
                <a:solidFill>
                  <a:srgbClr val="7B39EC"/>
                </a:solidFill>
              </a:rPr>
              <a:t>that</a:t>
            </a:r>
            <a:r>
              <a:rPr sz="4000" spc="5" dirty="0">
                <a:solidFill>
                  <a:srgbClr val="7B39EC"/>
                </a:solidFill>
              </a:rPr>
              <a:t> </a:t>
            </a:r>
            <a:r>
              <a:rPr sz="4000" spc="200" dirty="0">
                <a:solidFill>
                  <a:srgbClr val="7B39EC"/>
                </a:solidFill>
              </a:rPr>
              <a:t>should</a:t>
            </a:r>
            <a:r>
              <a:rPr sz="4000" spc="-5" dirty="0">
                <a:solidFill>
                  <a:srgbClr val="7B39EC"/>
                </a:solidFill>
              </a:rPr>
              <a:t> </a:t>
            </a:r>
            <a:r>
              <a:rPr sz="4000" spc="85" dirty="0">
                <a:solidFill>
                  <a:srgbClr val="7B39EC"/>
                </a:solidFill>
              </a:rPr>
              <a:t>have</a:t>
            </a:r>
            <a:r>
              <a:rPr sz="4000" dirty="0">
                <a:solidFill>
                  <a:srgbClr val="7B39EC"/>
                </a:solidFill>
              </a:rPr>
              <a:t> </a:t>
            </a:r>
            <a:r>
              <a:rPr sz="4000" spc="110" dirty="0">
                <a:solidFill>
                  <a:srgbClr val="7B39EC"/>
                </a:solidFill>
              </a:rPr>
              <a:t>existed.</a:t>
            </a:r>
            <a:endParaRPr sz="4000"/>
          </a:p>
        </p:txBody>
      </p:sp>
      <p:grpSp>
        <p:nvGrpSpPr>
          <p:cNvPr id="358" name="object 358"/>
          <p:cNvGrpSpPr/>
          <p:nvPr/>
        </p:nvGrpSpPr>
        <p:grpSpPr>
          <a:xfrm>
            <a:off x="8564394" y="2582643"/>
            <a:ext cx="6873875" cy="2111375"/>
            <a:chOff x="8564394" y="2582643"/>
            <a:chExt cx="6873875" cy="2111375"/>
          </a:xfrm>
        </p:grpSpPr>
        <p:sp>
          <p:nvSpPr>
            <p:cNvPr id="359" name="object 359"/>
            <p:cNvSpPr/>
            <p:nvPr/>
          </p:nvSpPr>
          <p:spPr>
            <a:xfrm>
              <a:off x="8571954" y="2590203"/>
              <a:ext cx="6858634" cy="2096135"/>
            </a:xfrm>
            <a:custGeom>
              <a:avLst/>
              <a:gdLst/>
              <a:ahLst/>
              <a:cxnLst/>
              <a:rect l="l" t="t" r="r" b="b"/>
              <a:pathLst>
                <a:path w="6858634" h="2096135">
                  <a:moveTo>
                    <a:pt x="6731647" y="0"/>
                  </a:moveTo>
                  <a:lnTo>
                    <a:pt x="127088" y="0"/>
                  </a:lnTo>
                  <a:lnTo>
                    <a:pt x="77613" y="9982"/>
                  </a:lnTo>
                  <a:lnTo>
                    <a:pt x="37217" y="37210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968842"/>
                  </a:lnTo>
                  <a:lnTo>
                    <a:pt x="9984" y="2018311"/>
                  </a:lnTo>
                  <a:lnTo>
                    <a:pt x="37217" y="2058703"/>
                  </a:lnTo>
                  <a:lnTo>
                    <a:pt x="77613" y="2085934"/>
                  </a:lnTo>
                  <a:lnTo>
                    <a:pt x="127088" y="2095919"/>
                  </a:lnTo>
                  <a:lnTo>
                    <a:pt x="6731647" y="2095919"/>
                  </a:lnTo>
                  <a:lnTo>
                    <a:pt x="6781060" y="2085934"/>
                  </a:lnTo>
                  <a:lnTo>
                    <a:pt x="6821330" y="2058703"/>
                  </a:lnTo>
                  <a:lnTo>
                    <a:pt x="6848439" y="2018311"/>
                  </a:lnTo>
                  <a:lnTo>
                    <a:pt x="6858368" y="1968842"/>
                  </a:lnTo>
                  <a:lnTo>
                    <a:pt x="6858368" y="127076"/>
                  </a:lnTo>
                  <a:lnTo>
                    <a:pt x="6848439" y="77602"/>
                  </a:lnTo>
                  <a:lnTo>
                    <a:pt x="6821330" y="37210"/>
                  </a:lnTo>
                  <a:lnTo>
                    <a:pt x="6781060" y="9982"/>
                  </a:lnTo>
                  <a:lnTo>
                    <a:pt x="6731647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8571954" y="2590203"/>
              <a:ext cx="6858634" cy="2096135"/>
            </a:xfrm>
            <a:custGeom>
              <a:avLst/>
              <a:gdLst/>
              <a:ahLst/>
              <a:cxnLst/>
              <a:rect l="l" t="t" r="r" b="b"/>
              <a:pathLst>
                <a:path w="6858634" h="2096135">
                  <a:moveTo>
                    <a:pt x="127088" y="2095919"/>
                  </a:moveTo>
                  <a:lnTo>
                    <a:pt x="6731647" y="2095919"/>
                  </a:lnTo>
                  <a:lnTo>
                    <a:pt x="6781060" y="2085934"/>
                  </a:lnTo>
                  <a:lnTo>
                    <a:pt x="6821330" y="2058703"/>
                  </a:lnTo>
                  <a:lnTo>
                    <a:pt x="6848439" y="2018311"/>
                  </a:lnTo>
                  <a:lnTo>
                    <a:pt x="6858368" y="1968842"/>
                  </a:lnTo>
                  <a:lnTo>
                    <a:pt x="6858368" y="127076"/>
                  </a:lnTo>
                  <a:lnTo>
                    <a:pt x="6848439" y="77602"/>
                  </a:lnTo>
                  <a:lnTo>
                    <a:pt x="6821330" y="37210"/>
                  </a:lnTo>
                  <a:lnTo>
                    <a:pt x="6781060" y="9982"/>
                  </a:lnTo>
                  <a:lnTo>
                    <a:pt x="6731647" y="0"/>
                  </a:lnTo>
                  <a:lnTo>
                    <a:pt x="127088" y="0"/>
                  </a:lnTo>
                  <a:lnTo>
                    <a:pt x="77613" y="9982"/>
                  </a:lnTo>
                  <a:lnTo>
                    <a:pt x="37217" y="37210"/>
                  </a:lnTo>
                  <a:lnTo>
                    <a:pt x="9984" y="77602"/>
                  </a:lnTo>
                  <a:lnTo>
                    <a:pt x="0" y="127076"/>
                  </a:lnTo>
                  <a:lnTo>
                    <a:pt x="0" y="1968842"/>
                  </a:lnTo>
                  <a:lnTo>
                    <a:pt x="9984" y="2018311"/>
                  </a:lnTo>
                  <a:lnTo>
                    <a:pt x="37217" y="2058703"/>
                  </a:lnTo>
                  <a:lnTo>
                    <a:pt x="77613" y="2085934"/>
                  </a:lnTo>
                  <a:lnTo>
                    <a:pt x="127088" y="2095919"/>
                  </a:lnTo>
                  <a:close/>
                </a:path>
              </a:pathLst>
            </a:custGeom>
            <a:ln w="151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1" name="object 3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6474" y="2933636"/>
              <a:ext cx="76326" cy="76326"/>
            </a:xfrm>
            <a:prstGeom prst="rect">
              <a:avLst/>
            </a:prstGeom>
          </p:spPr>
        </p:pic>
        <p:pic>
          <p:nvPicPr>
            <p:cNvPr id="362" name="object 3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6474" y="3174834"/>
              <a:ext cx="76326" cy="76682"/>
            </a:xfrm>
            <a:prstGeom prst="rect">
              <a:avLst/>
            </a:prstGeom>
          </p:spPr>
        </p:pic>
        <p:pic>
          <p:nvPicPr>
            <p:cNvPr id="363" name="object 3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26474" y="3416046"/>
              <a:ext cx="76326" cy="76669"/>
            </a:xfrm>
            <a:prstGeom prst="rect">
              <a:avLst/>
            </a:prstGeom>
          </p:spPr>
        </p:pic>
        <p:pic>
          <p:nvPicPr>
            <p:cNvPr id="364" name="object 3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6474" y="3657600"/>
              <a:ext cx="76326" cy="76314"/>
            </a:xfrm>
            <a:prstGeom prst="rect">
              <a:avLst/>
            </a:prstGeom>
          </p:spPr>
        </p:pic>
        <p:pic>
          <p:nvPicPr>
            <p:cNvPr id="365" name="object 3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26474" y="3898798"/>
              <a:ext cx="76326" cy="76326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26474" y="4139996"/>
              <a:ext cx="76326" cy="76682"/>
            </a:xfrm>
            <a:prstGeom prst="rect">
              <a:avLst/>
            </a:prstGeom>
          </p:spPr>
        </p:pic>
      </p:grpSp>
      <p:sp>
        <p:nvSpPr>
          <p:cNvPr id="367" name="object 367"/>
          <p:cNvSpPr txBox="1"/>
          <p:nvPr/>
        </p:nvSpPr>
        <p:spPr>
          <a:xfrm>
            <a:off x="1231823" y="2566817"/>
            <a:ext cx="3383915" cy="170370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WHY</a:t>
            </a:r>
            <a:r>
              <a:rPr sz="900" spc="30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WE</a:t>
            </a:r>
            <a:r>
              <a:rPr sz="900" spc="35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BUILT</a:t>
            </a:r>
            <a:r>
              <a:rPr sz="900" spc="40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7B39EC"/>
                </a:solidFill>
                <a:latin typeface="Arial MT"/>
                <a:cs typeface="Arial MT"/>
              </a:rPr>
              <a:t>THIS</a:t>
            </a:r>
            <a:endParaRPr sz="900">
              <a:latin typeface="Arial MT"/>
              <a:cs typeface="Arial MT"/>
            </a:endParaRPr>
          </a:p>
          <a:p>
            <a:pPr marL="12700" marR="429259">
              <a:lnSpc>
                <a:spcPct val="143900"/>
              </a:lnSpc>
              <a:spcBef>
                <a:spcPts val="14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solution</a:t>
            </a: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looked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had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fatal</a:t>
            </a: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flaw:</a:t>
            </a:r>
            <a:r>
              <a:rPr sz="11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required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rural</a:t>
            </a: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India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doesn't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have.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43900"/>
              </a:lnSpc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So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asked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question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hardware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itself</a:t>
            </a: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network?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1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patient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wearing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device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made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stronger?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100" dirty="0">
                <a:solidFill>
                  <a:srgbClr val="00C8A6"/>
                </a:solidFill>
                <a:latin typeface="Arial MT"/>
                <a:cs typeface="Arial MT"/>
              </a:rPr>
              <a:t>That</a:t>
            </a:r>
            <a:r>
              <a:rPr sz="1100" spc="10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00C8A6"/>
                </a:solidFill>
                <a:latin typeface="Arial MT"/>
                <a:cs typeface="Arial MT"/>
              </a:rPr>
              <a:t>question</a:t>
            </a:r>
            <a:r>
              <a:rPr sz="1100" spc="9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0C8A6"/>
                </a:solidFill>
                <a:latin typeface="Arial MT"/>
                <a:cs typeface="Arial MT"/>
              </a:rPr>
              <a:t>became</a:t>
            </a:r>
            <a:r>
              <a:rPr sz="1100" spc="9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100" spc="35" dirty="0">
                <a:solidFill>
                  <a:srgbClr val="00C8A6"/>
                </a:solidFill>
                <a:latin typeface="Arial MT"/>
                <a:cs typeface="Arial MT"/>
              </a:rPr>
              <a:t>AyuLink.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68" name="object 368"/>
          <p:cNvGrpSpPr/>
          <p:nvPr/>
        </p:nvGrpSpPr>
        <p:grpSpPr>
          <a:xfrm>
            <a:off x="1008363" y="5135762"/>
            <a:ext cx="14239875" cy="968375"/>
            <a:chOff x="1008363" y="5135762"/>
            <a:chExt cx="14239875" cy="968375"/>
          </a:xfrm>
        </p:grpSpPr>
        <p:sp>
          <p:nvSpPr>
            <p:cNvPr id="369" name="object 369"/>
            <p:cNvSpPr/>
            <p:nvPr/>
          </p:nvSpPr>
          <p:spPr>
            <a:xfrm>
              <a:off x="1015923" y="5143322"/>
              <a:ext cx="14224635" cy="953135"/>
            </a:xfrm>
            <a:custGeom>
              <a:avLst/>
              <a:gdLst/>
              <a:ahLst/>
              <a:cxnLst/>
              <a:rect l="l" t="t" r="r" b="b"/>
              <a:pathLst>
                <a:path w="14224635" h="953135">
                  <a:moveTo>
                    <a:pt x="14097241" y="0"/>
                  </a:moveTo>
                  <a:lnTo>
                    <a:pt x="127076" y="0"/>
                  </a:lnTo>
                  <a:lnTo>
                    <a:pt x="77452" y="9990"/>
                  </a:lnTo>
                  <a:lnTo>
                    <a:pt x="37077" y="37260"/>
                  </a:lnTo>
                  <a:lnTo>
                    <a:pt x="9932" y="77757"/>
                  </a:lnTo>
                  <a:lnTo>
                    <a:pt x="0" y="127431"/>
                  </a:lnTo>
                  <a:lnTo>
                    <a:pt x="0" y="825842"/>
                  </a:lnTo>
                  <a:lnTo>
                    <a:pt x="9932" y="875311"/>
                  </a:lnTo>
                  <a:lnTo>
                    <a:pt x="37077" y="915703"/>
                  </a:lnTo>
                  <a:lnTo>
                    <a:pt x="77452" y="942934"/>
                  </a:lnTo>
                  <a:lnTo>
                    <a:pt x="127076" y="952919"/>
                  </a:lnTo>
                  <a:lnTo>
                    <a:pt x="14097241" y="952919"/>
                  </a:lnTo>
                  <a:lnTo>
                    <a:pt x="14146709" y="942934"/>
                  </a:lnTo>
                  <a:lnTo>
                    <a:pt x="14187101" y="915703"/>
                  </a:lnTo>
                  <a:lnTo>
                    <a:pt x="14214332" y="875311"/>
                  </a:lnTo>
                  <a:lnTo>
                    <a:pt x="14224317" y="825842"/>
                  </a:lnTo>
                  <a:lnTo>
                    <a:pt x="14224317" y="127431"/>
                  </a:lnTo>
                  <a:lnTo>
                    <a:pt x="14214332" y="77757"/>
                  </a:lnTo>
                  <a:lnTo>
                    <a:pt x="14187101" y="37260"/>
                  </a:lnTo>
                  <a:lnTo>
                    <a:pt x="14146709" y="9990"/>
                  </a:lnTo>
                  <a:lnTo>
                    <a:pt x="14097241" y="0"/>
                  </a:lnTo>
                  <a:close/>
                </a:path>
              </a:pathLst>
            </a:custGeom>
            <a:solidFill>
              <a:srgbClr val="0C0C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1015923" y="5143322"/>
              <a:ext cx="14224635" cy="953135"/>
            </a:xfrm>
            <a:custGeom>
              <a:avLst/>
              <a:gdLst/>
              <a:ahLst/>
              <a:cxnLst/>
              <a:rect l="l" t="t" r="r" b="b"/>
              <a:pathLst>
                <a:path w="14224635" h="953135">
                  <a:moveTo>
                    <a:pt x="127076" y="952919"/>
                  </a:moveTo>
                  <a:lnTo>
                    <a:pt x="14097241" y="952919"/>
                  </a:lnTo>
                  <a:lnTo>
                    <a:pt x="14146709" y="942934"/>
                  </a:lnTo>
                  <a:lnTo>
                    <a:pt x="14187101" y="915703"/>
                  </a:lnTo>
                  <a:lnTo>
                    <a:pt x="14214332" y="875311"/>
                  </a:lnTo>
                  <a:lnTo>
                    <a:pt x="14224317" y="825842"/>
                  </a:lnTo>
                  <a:lnTo>
                    <a:pt x="14224317" y="127431"/>
                  </a:lnTo>
                  <a:lnTo>
                    <a:pt x="14214332" y="77757"/>
                  </a:lnTo>
                  <a:lnTo>
                    <a:pt x="14187101" y="37260"/>
                  </a:lnTo>
                  <a:lnTo>
                    <a:pt x="14146709" y="9990"/>
                  </a:lnTo>
                  <a:lnTo>
                    <a:pt x="14097241" y="0"/>
                  </a:lnTo>
                  <a:lnTo>
                    <a:pt x="127076" y="0"/>
                  </a:lnTo>
                  <a:lnTo>
                    <a:pt x="77452" y="9990"/>
                  </a:lnTo>
                  <a:lnTo>
                    <a:pt x="37077" y="37260"/>
                  </a:lnTo>
                  <a:lnTo>
                    <a:pt x="9932" y="77757"/>
                  </a:lnTo>
                  <a:lnTo>
                    <a:pt x="0" y="127431"/>
                  </a:lnTo>
                  <a:lnTo>
                    <a:pt x="0" y="825842"/>
                  </a:lnTo>
                  <a:lnTo>
                    <a:pt x="9932" y="875311"/>
                  </a:lnTo>
                  <a:lnTo>
                    <a:pt x="37077" y="915703"/>
                  </a:lnTo>
                  <a:lnTo>
                    <a:pt x="77452" y="942934"/>
                  </a:lnTo>
                  <a:lnTo>
                    <a:pt x="127076" y="952919"/>
                  </a:lnTo>
                  <a:close/>
                </a:path>
              </a:pathLst>
            </a:custGeom>
            <a:ln w="1511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1" name="object 371"/>
          <p:cNvSpPr txBox="1"/>
          <p:nvPr/>
        </p:nvSpPr>
        <p:spPr>
          <a:xfrm>
            <a:off x="8851937" y="2641587"/>
            <a:ext cx="2760980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FOUNDER</a:t>
            </a:r>
            <a:r>
              <a:rPr sz="900" spc="-1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00C8A6"/>
                </a:solidFill>
                <a:latin typeface="Arial MT"/>
                <a:cs typeface="Arial MT"/>
              </a:rPr>
              <a:t>EDGE</a:t>
            </a:r>
            <a:endParaRPr sz="900">
              <a:latin typeface="Arial MT"/>
              <a:cs typeface="Arial MT"/>
            </a:endParaRPr>
          </a:p>
          <a:p>
            <a:pPr marL="190500" marR="149225">
              <a:lnSpc>
                <a:spcPct val="158300"/>
              </a:lnSpc>
              <a:spcBef>
                <a:spcPts val="12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Built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hardware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full-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software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Mesh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networking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clinical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workflow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  <a:p>
            <a:pPr marL="190500" marR="5080">
              <a:lnSpc>
                <a:spcPct val="158300"/>
              </a:lnSpc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Government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compliance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baked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day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MT"/>
                <a:cs typeface="Arial MT"/>
              </a:rPr>
              <a:t>1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Universal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—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locked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rural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elderly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Ecosystem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thinking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single-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feature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product Ship-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first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culture: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hardware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72" name="object 372"/>
          <p:cNvSpPr txBox="1"/>
          <p:nvPr/>
        </p:nvSpPr>
        <p:spPr>
          <a:xfrm>
            <a:off x="1231823" y="5206936"/>
            <a:ext cx="6743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B39EC"/>
                </a:solidFill>
                <a:latin typeface="Arial MT"/>
                <a:cs typeface="Arial MT"/>
              </a:rPr>
              <a:t>THE </a:t>
            </a:r>
            <a:r>
              <a:rPr sz="900" spc="-10" dirty="0">
                <a:solidFill>
                  <a:srgbClr val="7B39EC"/>
                </a:solidFill>
                <a:latin typeface="Arial MT"/>
                <a:cs typeface="Arial MT"/>
              </a:rPr>
              <a:t>VISION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73" name="object 373"/>
          <p:cNvSpPr txBox="1"/>
          <p:nvPr/>
        </p:nvSpPr>
        <p:spPr>
          <a:xfrm>
            <a:off x="5682145" y="5403712"/>
            <a:ext cx="4894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 indent="-21590">
              <a:lnSpc>
                <a:spcPct val="125000"/>
              </a:lnSpc>
              <a:spcBef>
                <a:spcPts val="100"/>
              </a:spcBef>
            </a:pPr>
            <a:r>
              <a:rPr sz="1200" i="1" spc="65" dirty="0">
                <a:solidFill>
                  <a:srgbClr val="8A939D"/>
                </a:solidFill>
                <a:latin typeface="Arial"/>
                <a:cs typeface="Arial"/>
              </a:rPr>
              <a:t>"Like</a:t>
            </a:r>
            <a:r>
              <a:rPr sz="1200" i="1" spc="9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200" i="1" spc="50" dirty="0">
                <a:solidFill>
                  <a:srgbClr val="8A939D"/>
                </a:solidFill>
                <a:latin typeface="Arial"/>
                <a:cs typeface="Arial"/>
              </a:rPr>
              <a:t>roads</a:t>
            </a:r>
            <a:r>
              <a:rPr sz="1200" i="1" spc="9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200" i="1" spc="50" dirty="0">
                <a:solidFill>
                  <a:srgbClr val="8A939D"/>
                </a:solidFill>
                <a:latin typeface="Arial"/>
                <a:cs typeface="Arial"/>
              </a:rPr>
              <a:t>connected</a:t>
            </a:r>
            <a:r>
              <a:rPr sz="1200" i="1" spc="9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A939D"/>
                </a:solidFill>
                <a:latin typeface="Arial"/>
                <a:cs typeface="Arial"/>
              </a:rPr>
              <a:t>markets</a:t>
            </a:r>
            <a:r>
              <a:rPr sz="1200" i="1" spc="9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A939D"/>
                </a:solidFill>
                <a:latin typeface="Arial"/>
                <a:cs typeface="Arial"/>
              </a:rPr>
              <a:t>and</a:t>
            </a:r>
            <a:r>
              <a:rPr sz="1200" i="1" spc="9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200" i="1" spc="50" dirty="0">
                <a:solidFill>
                  <a:srgbClr val="8A939D"/>
                </a:solidFill>
                <a:latin typeface="Arial"/>
                <a:cs typeface="Arial"/>
              </a:rPr>
              <a:t>electricity</a:t>
            </a:r>
            <a:r>
              <a:rPr sz="1200" i="1" spc="8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200" i="1" spc="50" dirty="0">
                <a:solidFill>
                  <a:srgbClr val="8A939D"/>
                </a:solidFill>
                <a:latin typeface="Arial"/>
                <a:cs typeface="Arial"/>
              </a:rPr>
              <a:t>connected</a:t>
            </a:r>
            <a:r>
              <a:rPr sz="1200" i="1" spc="9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A939D"/>
                </a:solidFill>
                <a:latin typeface="Arial"/>
                <a:cs typeface="Arial"/>
              </a:rPr>
              <a:t>homes</a:t>
            </a:r>
            <a:r>
              <a:rPr sz="1200" i="1" spc="10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8A939D"/>
                </a:solidFill>
                <a:latin typeface="Arial"/>
                <a:cs typeface="Arial"/>
              </a:rPr>
              <a:t>— </a:t>
            </a:r>
            <a:r>
              <a:rPr sz="1200" i="1" spc="60" dirty="0">
                <a:solidFill>
                  <a:srgbClr val="00C8A6"/>
                </a:solidFill>
                <a:latin typeface="Arial"/>
                <a:cs typeface="Arial"/>
              </a:rPr>
              <a:t>AyuLink</a:t>
            </a:r>
            <a:r>
              <a:rPr sz="1200" i="1" spc="11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200" i="1" spc="55" dirty="0">
                <a:solidFill>
                  <a:srgbClr val="00C8A6"/>
                </a:solidFill>
                <a:latin typeface="Arial"/>
                <a:cs typeface="Arial"/>
              </a:rPr>
              <a:t>connects</a:t>
            </a:r>
            <a:r>
              <a:rPr sz="1200" i="1" spc="11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00C8A6"/>
                </a:solidFill>
                <a:latin typeface="Arial"/>
                <a:cs typeface="Arial"/>
              </a:rPr>
              <a:t>every</a:t>
            </a:r>
            <a:r>
              <a:rPr sz="1200" i="1" spc="114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200" i="1" spc="45" dirty="0">
                <a:solidFill>
                  <a:srgbClr val="00C8A6"/>
                </a:solidFill>
                <a:latin typeface="Arial"/>
                <a:cs typeface="Arial"/>
              </a:rPr>
              <a:t>patient</a:t>
            </a:r>
            <a:r>
              <a:rPr sz="1200" i="1" spc="9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200" i="1" spc="65" dirty="0">
                <a:solidFill>
                  <a:srgbClr val="00C8A6"/>
                </a:solidFill>
                <a:latin typeface="Arial"/>
                <a:cs typeface="Arial"/>
              </a:rPr>
              <a:t>to</a:t>
            </a:r>
            <a:r>
              <a:rPr sz="1200" i="1" spc="10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00C8A6"/>
                </a:solidFill>
                <a:latin typeface="Arial"/>
                <a:cs typeface="Arial"/>
              </a:rPr>
              <a:t>healthcare.</a:t>
            </a:r>
            <a:r>
              <a:rPr sz="1200" i="1" spc="11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200" i="1" spc="10" dirty="0">
                <a:solidFill>
                  <a:srgbClr val="00C8A6"/>
                </a:solidFill>
                <a:latin typeface="Arial"/>
                <a:cs typeface="Arial"/>
              </a:rPr>
              <a:t>Anywhere.</a:t>
            </a:r>
            <a:r>
              <a:rPr sz="1200" i="1" spc="10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200" i="1" spc="45" dirty="0">
                <a:solidFill>
                  <a:srgbClr val="00C8A6"/>
                </a:solidFill>
                <a:latin typeface="Arial"/>
                <a:cs typeface="Arial"/>
              </a:rPr>
              <a:t>Always."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387994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3"/>
                </a:lnTo>
                <a:lnTo>
                  <a:pt x="13630" y="32996"/>
                </a:lnTo>
                <a:lnTo>
                  <a:pt x="17618" y="26835"/>
                </a:lnTo>
                <a:lnTo>
                  <a:pt x="19075" y="19088"/>
                </a:lnTo>
                <a:lnTo>
                  <a:pt x="17618" y="11701"/>
                </a:lnTo>
                <a:lnTo>
                  <a:pt x="13630" y="5629"/>
                </a:lnTo>
                <a:lnTo>
                  <a:pt x="7684" y="1514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651432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4" y="70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9"/>
                </a:lnTo>
                <a:lnTo>
                  <a:pt x="13630" y="33040"/>
                </a:lnTo>
                <a:lnTo>
                  <a:pt x="17618" y="26985"/>
                </a:lnTo>
                <a:lnTo>
                  <a:pt x="19075" y="19443"/>
                </a:lnTo>
                <a:lnTo>
                  <a:pt x="17618" y="12003"/>
                </a:lnTo>
                <a:lnTo>
                  <a:pt x="13630" y="5813"/>
                </a:lnTo>
                <a:lnTo>
                  <a:pt x="7684" y="158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914870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1"/>
                </a:lnTo>
                <a:lnTo>
                  <a:pt x="13630" y="32858"/>
                </a:lnTo>
                <a:lnTo>
                  <a:pt x="17618" y="26680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178308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4" y="71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9"/>
                </a:lnTo>
                <a:lnTo>
                  <a:pt x="13630" y="32908"/>
                </a:lnTo>
                <a:lnTo>
                  <a:pt x="17618" y="26841"/>
                </a:lnTo>
                <a:lnTo>
                  <a:pt x="19075" y="19456"/>
                </a:lnTo>
                <a:lnTo>
                  <a:pt x="17618" y="12014"/>
                </a:lnTo>
                <a:lnTo>
                  <a:pt x="13630" y="5819"/>
                </a:lnTo>
                <a:lnTo>
                  <a:pt x="7684" y="158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5441746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3"/>
                </a:lnTo>
                <a:lnTo>
                  <a:pt x="13630" y="32862"/>
                </a:lnTo>
                <a:lnTo>
                  <a:pt x="17618" y="26685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4705197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4" y="70"/>
                </a:lnTo>
                <a:lnTo>
                  <a:pt x="0" y="38448"/>
                </a:lnTo>
                <a:lnTo>
                  <a:pt x="355" y="38519"/>
                </a:lnTo>
                <a:lnTo>
                  <a:pt x="7684" y="37006"/>
                </a:lnTo>
                <a:lnTo>
                  <a:pt x="13630" y="32896"/>
                </a:lnTo>
                <a:lnTo>
                  <a:pt x="17618" y="26828"/>
                </a:lnTo>
                <a:lnTo>
                  <a:pt x="19075" y="19443"/>
                </a:lnTo>
                <a:lnTo>
                  <a:pt x="17618" y="12001"/>
                </a:lnTo>
                <a:lnTo>
                  <a:pt x="13630" y="5807"/>
                </a:lnTo>
                <a:lnTo>
                  <a:pt x="7684" y="157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3968635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2" y="66"/>
                </a:lnTo>
                <a:lnTo>
                  <a:pt x="0" y="38447"/>
                </a:lnTo>
                <a:lnTo>
                  <a:pt x="355" y="38519"/>
                </a:lnTo>
                <a:lnTo>
                  <a:pt x="7684" y="37001"/>
                </a:lnTo>
                <a:lnTo>
                  <a:pt x="13630" y="32851"/>
                </a:lnTo>
                <a:lnTo>
                  <a:pt x="17618" y="26678"/>
                </a:lnTo>
                <a:lnTo>
                  <a:pt x="19075" y="19088"/>
                </a:lnTo>
                <a:lnTo>
                  <a:pt x="17618" y="11546"/>
                </a:lnTo>
                <a:lnTo>
                  <a:pt x="13630" y="5491"/>
                </a:lnTo>
                <a:lnTo>
                  <a:pt x="7684" y="146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3232073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2" y="66"/>
                </a:lnTo>
                <a:lnTo>
                  <a:pt x="0" y="38458"/>
                </a:lnTo>
                <a:lnTo>
                  <a:pt x="355" y="38531"/>
                </a:lnTo>
                <a:lnTo>
                  <a:pt x="7684" y="36961"/>
                </a:lnTo>
                <a:lnTo>
                  <a:pt x="13630" y="32724"/>
                </a:lnTo>
                <a:lnTo>
                  <a:pt x="17618" y="26530"/>
                </a:lnTo>
                <a:lnTo>
                  <a:pt x="19075" y="19088"/>
                </a:lnTo>
                <a:lnTo>
                  <a:pt x="17618" y="11546"/>
                </a:lnTo>
                <a:lnTo>
                  <a:pt x="13630" y="5491"/>
                </a:lnTo>
                <a:lnTo>
                  <a:pt x="7684" y="1462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2495511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6"/>
                </a:lnTo>
                <a:lnTo>
                  <a:pt x="0" y="38095"/>
                </a:lnTo>
                <a:lnTo>
                  <a:pt x="355" y="38163"/>
                </a:lnTo>
                <a:lnTo>
                  <a:pt x="7684" y="36706"/>
                </a:lnTo>
                <a:lnTo>
                  <a:pt x="13630" y="32718"/>
                </a:lnTo>
                <a:lnTo>
                  <a:pt x="17618" y="26772"/>
                </a:lnTo>
                <a:lnTo>
                  <a:pt x="19075" y="19443"/>
                </a:lnTo>
                <a:lnTo>
                  <a:pt x="17618" y="11703"/>
                </a:lnTo>
                <a:lnTo>
                  <a:pt x="13630" y="5546"/>
                </a:lnTo>
                <a:lnTo>
                  <a:pt x="7684" y="148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1758594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60"/>
                </a:lnTo>
                <a:lnTo>
                  <a:pt x="355" y="38531"/>
                </a:lnTo>
                <a:lnTo>
                  <a:pt x="7684" y="37011"/>
                </a:lnTo>
                <a:lnTo>
                  <a:pt x="13630" y="32858"/>
                </a:lnTo>
                <a:lnTo>
                  <a:pt x="17618" y="26680"/>
                </a:lnTo>
                <a:lnTo>
                  <a:pt x="19075" y="19088"/>
                </a:lnTo>
                <a:lnTo>
                  <a:pt x="17618" y="11701"/>
                </a:lnTo>
                <a:lnTo>
                  <a:pt x="13630" y="5629"/>
                </a:lnTo>
                <a:lnTo>
                  <a:pt x="7684" y="1514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1022032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4">
                <a:moveTo>
                  <a:pt x="355" y="0"/>
                </a:moveTo>
                <a:lnTo>
                  <a:pt x="13" y="68"/>
                </a:lnTo>
                <a:lnTo>
                  <a:pt x="0" y="38463"/>
                </a:lnTo>
                <a:lnTo>
                  <a:pt x="355" y="38531"/>
                </a:lnTo>
                <a:lnTo>
                  <a:pt x="7684" y="37069"/>
                </a:lnTo>
                <a:lnTo>
                  <a:pt x="13630" y="33040"/>
                </a:lnTo>
                <a:lnTo>
                  <a:pt x="17618" y="26985"/>
                </a:lnTo>
                <a:lnTo>
                  <a:pt x="19075" y="19443"/>
                </a:lnTo>
                <a:lnTo>
                  <a:pt x="17618" y="11853"/>
                </a:lnTo>
                <a:lnTo>
                  <a:pt x="13630" y="5680"/>
                </a:lnTo>
                <a:lnTo>
                  <a:pt x="7684" y="1530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285470"/>
            <a:ext cx="19685" cy="38735"/>
          </a:xfrm>
          <a:custGeom>
            <a:avLst/>
            <a:gdLst/>
            <a:ahLst/>
            <a:cxnLst/>
            <a:rect l="l" t="t" r="r" b="b"/>
            <a:pathLst>
              <a:path w="19685" h="38735">
                <a:moveTo>
                  <a:pt x="355" y="0"/>
                </a:moveTo>
                <a:lnTo>
                  <a:pt x="13" y="68"/>
                </a:lnTo>
                <a:lnTo>
                  <a:pt x="0" y="38458"/>
                </a:lnTo>
                <a:lnTo>
                  <a:pt x="355" y="38531"/>
                </a:lnTo>
                <a:lnTo>
                  <a:pt x="7684" y="36961"/>
                </a:lnTo>
                <a:lnTo>
                  <a:pt x="13630" y="32724"/>
                </a:lnTo>
                <a:lnTo>
                  <a:pt x="17618" y="26530"/>
                </a:lnTo>
                <a:lnTo>
                  <a:pt x="19075" y="19088"/>
                </a:lnTo>
                <a:lnTo>
                  <a:pt x="17618" y="11703"/>
                </a:lnTo>
                <a:lnTo>
                  <a:pt x="13630" y="5635"/>
                </a:lnTo>
                <a:lnTo>
                  <a:pt x="7684" y="1525"/>
                </a:lnTo>
                <a:lnTo>
                  <a:pt x="35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761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874" y="11853"/>
                </a:lnTo>
                <a:lnTo>
                  <a:pt x="32721" y="5680"/>
                </a:lnTo>
                <a:lnTo>
                  <a:pt x="26543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747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80" y="37063"/>
                </a:lnTo>
                <a:lnTo>
                  <a:pt x="32858" y="32996"/>
                </a:lnTo>
                <a:lnTo>
                  <a:pt x="37011" y="26835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747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1"/>
                </a:lnTo>
                <a:lnTo>
                  <a:pt x="37011" y="11990"/>
                </a:lnTo>
                <a:lnTo>
                  <a:pt x="32858" y="5800"/>
                </a:lnTo>
                <a:lnTo>
                  <a:pt x="26680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747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80" y="36999"/>
                </a:lnTo>
                <a:lnTo>
                  <a:pt x="32858" y="32845"/>
                </a:lnTo>
                <a:lnTo>
                  <a:pt x="37011" y="2666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747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747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80" y="37000"/>
                </a:lnTo>
                <a:lnTo>
                  <a:pt x="32858" y="32850"/>
                </a:lnTo>
                <a:lnTo>
                  <a:pt x="37011" y="26672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747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47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80" y="37001"/>
                </a:lnTo>
                <a:lnTo>
                  <a:pt x="32858" y="32851"/>
                </a:lnTo>
                <a:lnTo>
                  <a:pt x="37011" y="26678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47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80" y="36961"/>
                </a:lnTo>
                <a:lnTo>
                  <a:pt x="32858" y="32724"/>
                </a:lnTo>
                <a:lnTo>
                  <a:pt x="37011" y="26530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747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80" y="36693"/>
                </a:lnTo>
                <a:lnTo>
                  <a:pt x="32858" y="32705"/>
                </a:lnTo>
                <a:lnTo>
                  <a:pt x="37011" y="26760"/>
                </a:lnTo>
                <a:lnTo>
                  <a:pt x="38531" y="19430"/>
                </a:lnTo>
                <a:lnTo>
                  <a:pt x="37011" y="11690"/>
                </a:lnTo>
                <a:lnTo>
                  <a:pt x="32858" y="5534"/>
                </a:lnTo>
                <a:lnTo>
                  <a:pt x="26680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747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80" y="37011"/>
                </a:lnTo>
                <a:lnTo>
                  <a:pt x="32858" y="32858"/>
                </a:lnTo>
                <a:lnTo>
                  <a:pt x="37011" y="26680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747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0"/>
                </a:lnTo>
                <a:lnTo>
                  <a:pt x="37011" y="11840"/>
                </a:lnTo>
                <a:lnTo>
                  <a:pt x="32858" y="5667"/>
                </a:lnTo>
                <a:lnTo>
                  <a:pt x="26680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747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80" y="36949"/>
                </a:lnTo>
                <a:lnTo>
                  <a:pt x="32858" y="32712"/>
                </a:lnTo>
                <a:lnTo>
                  <a:pt x="37011" y="2651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54178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5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5403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5403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5403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5403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5403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5403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5403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5403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5403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5403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5403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5403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190739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59" y="11853"/>
                </a:lnTo>
                <a:lnTo>
                  <a:pt x="32709" y="5680"/>
                </a:lnTo>
                <a:lnTo>
                  <a:pt x="26536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190597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678" y="37063"/>
                </a:lnTo>
                <a:lnTo>
                  <a:pt x="32851" y="32996"/>
                </a:lnTo>
                <a:lnTo>
                  <a:pt x="37001" y="26835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90597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1"/>
                </a:lnTo>
                <a:lnTo>
                  <a:pt x="37001" y="11990"/>
                </a:lnTo>
                <a:lnTo>
                  <a:pt x="32851" y="5800"/>
                </a:lnTo>
                <a:lnTo>
                  <a:pt x="2667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90597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678" y="36999"/>
                </a:lnTo>
                <a:lnTo>
                  <a:pt x="32851" y="32845"/>
                </a:lnTo>
                <a:lnTo>
                  <a:pt x="37001" y="2666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190597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90597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678" y="37000"/>
                </a:lnTo>
                <a:lnTo>
                  <a:pt x="32851" y="32850"/>
                </a:lnTo>
                <a:lnTo>
                  <a:pt x="37001" y="26672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190597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190597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678" y="37001"/>
                </a:lnTo>
                <a:lnTo>
                  <a:pt x="32851" y="32851"/>
                </a:lnTo>
                <a:lnTo>
                  <a:pt x="37001" y="26678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190597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678" y="36961"/>
                </a:lnTo>
                <a:lnTo>
                  <a:pt x="32851" y="32724"/>
                </a:lnTo>
                <a:lnTo>
                  <a:pt x="37001" y="26530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90597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678" y="36693"/>
                </a:lnTo>
                <a:lnTo>
                  <a:pt x="32851" y="32705"/>
                </a:lnTo>
                <a:lnTo>
                  <a:pt x="37001" y="26760"/>
                </a:lnTo>
                <a:lnTo>
                  <a:pt x="38519" y="19430"/>
                </a:lnTo>
                <a:lnTo>
                  <a:pt x="37001" y="11690"/>
                </a:lnTo>
                <a:lnTo>
                  <a:pt x="32851" y="5534"/>
                </a:lnTo>
                <a:lnTo>
                  <a:pt x="2667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190597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678" y="37011"/>
                </a:lnTo>
                <a:lnTo>
                  <a:pt x="32851" y="32858"/>
                </a:lnTo>
                <a:lnTo>
                  <a:pt x="37001" y="26680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190597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0"/>
                </a:lnTo>
                <a:lnTo>
                  <a:pt x="37001" y="11840"/>
                </a:lnTo>
                <a:lnTo>
                  <a:pt x="32851" y="5667"/>
                </a:lnTo>
                <a:lnTo>
                  <a:pt x="2667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90597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678" y="36949"/>
                </a:lnTo>
                <a:lnTo>
                  <a:pt x="32851" y="32712"/>
                </a:lnTo>
                <a:lnTo>
                  <a:pt x="37001" y="2651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2730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271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9271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9271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9271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9271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9271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271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9271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9271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9271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9271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9271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663863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59" y="11853"/>
                </a:lnTo>
                <a:lnTo>
                  <a:pt x="32708" y="5680"/>
                </a:lnTo>
                <a:lnTo>
                  <a:pt x="2653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663721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72" y="37063"/>
                </a:lnTo>
                <a:lnTo>
                  <a:pt x="32850" y="32996"/>
                </a:lnTo>
                <a:lnTo>
                  <a:pt x="37000" y="26835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663721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1"/>
                </a:lnTo>
                <a:lnTo>
                  <a:pt x="37000" y="11990"/>
                </a:lnTo>
                <a:lnTo>
                  <a:pt x="32850" y="5800"/>
                </a:lnTo>
                <a:lnTo>
                  <a:pt x="2667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663721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72" y="36999"/>
                </a:lnTo>
                <a:lnTo>
                  <a:pt x="32850" y="32845"/>
                </a:lnTo>
                <a:lnTo>
                  <a:pt x="37000" y="2666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663721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663721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72" y="37000"/>
                </a:lnTo>
                <a:lnTo>
                  <a:pt x="32850" y="32850"/>
                </a:lnTo>
                <a:lnTo>
                  <a:pt x="37000" y="26672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663721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663721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72" y="37001"/>
                </a:lnTo>
                <a:lnTo>
                  <a:pt x="32850" y="32851"/>
                </a:lnTo>
                <a:lnTo>
                  <a:pt x="37000" y="26678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663721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72" y="36961"/>
                </a:lnTo>
                <a:lnTo>
                  <a:pt x="32850" y="32724"/>
                </a:lnTo>
                <a:lnTo>
                  <a:pt x="37000" y="26530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663721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72" y="36693"/>
                </a:lnTo>
                <a:lnTo>
                  <a:pt x="32850" y="32705"/>
                </a:lnTo>
                <a:lnTo>
                  <a:pt x="37000" y="26760"/>
                </a:lnTo>
                <a:lnTo>
                  <a:pt x="38519" y="19430"/>
                </a:lnTo>
                <a:lnTo>
                  <a:pt x="37000" y="11690"/>
                </a:lnTo>
                <a:lnTo>
                  <a:pt x="32850" y="5534"/>
                </a:lnTo>
                <a:lnTo>
                  <a:pt x="2667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663721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72" y="37011"/>
                </a:lnTo>
                <a:lnTo>
                  <a:pt x="32850" y="32858"/>
                </a:lnTo>
                <a:lnTo>
                  <a:pt x="37000" y="26680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663721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0"/>
                </a:lnTo>
                <a:lnTo>
                  <a:pt x="37000" y="11840"/>
                </a:lnTo>
                <a:lnTo>
                  <a:pt x="32850" y="5667"/>
                </a:lnTo>
                <a:lnTo>
                  <a:pt x="2667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663721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72" y="36949"/>
                </a:lnTo>
                <a:lnTo>
                  <a:pt x="32850" y="32712"/>
                </a:lnTo>
                <a:lnTo>
                  <a:pt x="37000" y="2651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40043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84" y="0"/>
                </a:moveTo>
                <a:lnTo>
                  <a:pt x="11843" y="1530"/>
                </a:lnTo>
                <a:lnTo>
                  <a:pt x="5653" y="5680"/>
                </a:lnTo>
                <a:lnTo>
                  <a:pt x="1421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7" y="11853"/>
                </a:lnTo>
                <a:lnTo>
                  <a:pt x="32742" y="5680"/>
                </a:lnTo>
                <a:lnTo>
                  <a:pt x="26670" y="1530"/>
                </a:lnTo>
                <a:lnTo>
                  <a:pt x="19284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40028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835"/>
                </a:lnTo>
                <a:lnTo>
                  <a:pt x="5800" y="32996"/>
                </a:lnTo>
                <a:lnTo>
                  <a:pt x="11990" y="37063"/>
                </a:lnTo>
                <a:lnTo>
                  <a:pt x="19431" y="38531"/>
                </a:lnTo>
                <a:lnTo>
                  <a:pt x="26817" y="37063"/>
                </a:lnTo>
                <a:lnTo>
                  <a:pt x="32889" y="32996"/>
                </a:lnTo>
                <a:lnTo>
                  <a:pt x="37004" y="26835"/>
                </a:lnTo>
                <a:lnTo>
                  <a:pt x="38519" y="19088"/>
                </a:lnTo>
                <a:lnTo>
                  <a:pt x="37004" y="11701"/>
                </a:lnTo>
                <a:lnTo>
                  <a:pt x="32889" y="5629"/>
                </a:lnTo>
                <a:lnTo>
                  <a:pt x="26817" y="1514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40028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68"/>
                </a:lnTo>
                <a:lnTo>
                  <a:pt x="5800" y="5800"/>
                </a:lnTo>
                <a:lnTo>
                  <a:pt x="1568" y="11990"/>
                </a:lnTo>
                <a:lnTo>
                  <a:pt x="0" y="19431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1" y="38519"/>
                </a:lnTo>
                <a:lnTo>
                  <a:pt x="26817" y="37056"/>
                </a:lnTo>
                <a:lnTo>
                  <a:pt x="32889" y="33027"/>
                </a:lnTo>
                <a:lnTo>
                  <a:pt x="37004" y="26973"/>
                </a:lnTo>
                <a:lnTo>
                  <a:pt x="38519" y="19431"/>
                </a:lnTo>
                <a:lnTo>
                  <a:pt x="37004" y="11990"/>
                </a:lnTo>
                <a:lnTo>
                  <a:pt x="32889" y="5800"/>
                </a:lnTo>
                <a:lnTo>
                  <a:pt x="26817" y="156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40028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67"/>
                </a:lnTo>
                <a:lnTo>
                  <a:pt x="5800" y="32845"/>
                </a:lnTo>
                <a:lnTo>
                  <a:pt x="11990" y="36999"/>
                </a:lnTo>
                <a:lnTo>
                  <a:pt x="19431" y="38519"/>
                </a:lnTo>
                <a:lnTo>
                  <a:pt x="26817" y="36999"/>
                </a:lnTo>
                <a:lnTo>
                  <a:pt x="32889" y="32845"/>
                </a:lnTo>
                <a:lnTo>
                  <a:pt x="37004" y="26667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40028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1" y="38519"/>
                </a:lnTo>
                <a:lnTo>
                  <a:pt x="26817" y="37006"/>
                </a:lnTo>
                <a:lnTo>
                  <a:pt x="32889" y="32896"/>
                </a:lnTo>
                <a:lnTo>
                  <a:pt x="37004" y="26828"/>
                </a:lnTo>
                <a:lnTo>
                  <a:pt x="38519" y="19443"/>
                </a:lnTo>
                <a:lnTo>
                  <a:pt x="37004" y="12001"/>
                </a:lnTo>
                <a:lnTo>
                  <a:pt x="32889" y="5807"/>
                </a:lnTo>
                <a:lnTo>
                  <a:pt x="26817" y="1570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40028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72"/>
                </a:lnTo>
                <a:lnTo>
                  <a:pt x="5800" y="32850"/>
                </a:lnTo>
                <a:lnTo>
                  <a:pt x="11990" y="37000"/>
                </a:lnTo>
                <a:lnTo>
                  <a:pt x="19431" y="38519"/>
                </a:lnTo>
                <a:lnTo>
                  <a:pt x="26817" y="37000"/>
                </a:lnTo>
                <a:lnTo>
                  <a:pt x="32889" y="32850"/>
                </a:lnTo>
                <a:lnTo>
                  <a:pt x="37004" y="26672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40028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1" y="38519"/>
                </a:lnTo>
                <a:lnTo>
                  <a:pt x="26817" y="37006"/>
                </a:lnTo>
                <a:lnTo>
                  <a:pt x="32889" y="32896"/>
                </a:lnTo>
                <a:lnTo>
                  <a:pt x="37004" y="26828"/>
                </a:lnTo>
                <a:lnTo>
                  <a:pt x="38519" y="19443"/>
                </a:lnTo>
                <a:lnTo>
                  <a:pt x="37004" y="12001"/>
                </a:lnTo>
                <a:lnTo>
                  <a:pt x="32889" y="5807"/>
                </a:lnTo>
                <a:lnTo>
                  <a:pt x="26817" y="1570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0028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678"/>
                </a:lnTo>
                <a:lnTo>
                  <a:pt x="5800" y="32851"/>
                </a:lnTo>
                <a:lnTo>
                  <a:pt x="11990" y="37001"/>
                </a:lnTo>
                <a:lnTo>
                  <a:pt x="19431" y="38519"/>
                </a:lnTo>
                <a:lnTo>
                  <a:pt x="26817" y="37001"/>
                </a:lnTo>
                <a:lnTo>
                  <a:pt x="32889" y="32851"/>
                </a:lnTo>
                <a:lnTo>
                  <a:pt x="37004" y="26678"/>
                </a:lnTo>
                <a:lnTo>
                  <a:pt x="38519" y="19088"/>
                </a:lnTo>
                <a:lnTo>
                  <a:pt x="37004" y="11546"/>
                </a:lnTo>
                <a:lnTo>
                  <a:pt x="32889" y="5491"/>
                </a:lnTo>
                <a:lnTo>
                  <a:pt x="26817" y="146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40028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530"/>
                </a:lnTo>
                <a:lnTo>
                  <a:pt x="5800" y="32724"/>
                </a:lnTo>
                <a:lnTo>
                  <a:pt x="11990" y="36961"/>
                </a:lnTo>
                <a:lnTo>
                  <a:pt x="19431" y="38531"/>
                </a:lnTo>
                <a:lnTo>
                  <a:pt x="26817" y="36961"/>
                </a:lnTo>
                <a:lnTo>
                  <a:pt x="32889" y="32724"/>
                </a:lnTo>
                <a:lnTo>
                  <a:pt x="37004" y="26530"/>
                </a:lnTo>
                <a:lnTo>
                  <a:pt x="38519" y="19088"/>
                </a:lnTo>
                <a:lnTo>
                  <a:pt x="37004" y="11546"/>
                </a:lnTo>
                <a:lnTo>
                  <a:pt x="32889" y="5491"/>
                </a:lnTo>
                <a:lnTo>
                  <a:pt x="26817" y="146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40028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468"/>
                </a:lnTo>
                <a:lnTo>
                  <a:pt x="5800" y="5534"/>
                </a:lnTo>
                <a:lnTo>
                  <a:pt x="1568" y="11690"/>
                </a:lnTo>
                <a:lnTo>
                  <a:pt x="0" y="19430"/>
                </a:lnTo>
                <a:lnTo>
                  <a:pt x="1568" y="26760"/>
                </a:lnTo>
                <a:lnTo>
                  <a:pt x="5800" y="32705"/>
                </a:lnTo>
                <a:lnTo>
                  <a:pt x="11990" y="36693"/>
                </a:lnTo>
                <a:lnTo>
                  <a:pt x="19431" y="38150"/>
                </a:lnTo>
                <a:lnTo>
                  <a:pt x="26817" y="36693"/>
                </a:lnTo>
                <a:lnTo>
                  <a:pt x="32889" y="32705"/>
                </a:lnTo>
                <a:lnTo>
                  <a:pt x="37004" y="26760"/>
                </a:lnTo>
                <a:lnTo>
                  <a:pt x="38519" y="19430"/>
                </a:lnTo>
                <a:lnTo>
                  <a:pt x="37004" y="11690"/>
                </a:lnTo>
                <a:lnTo>
                  <a:pt x="32889" y="5534"/>
                </a:lnTo>
                <a:lnTo>
                  <a:pt x="26817" y="146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40028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680"/>
                </a:lnTo>
                <a:lnTo>
                  <a:pt x="5800" y="32858"/>
                </a:lnTo>
                <a:lnTo>
                  <a:pt x="11990" y="37011"/>
                </a:lnTo>
                <a:lnTo>
                  <a:pt x="19431" y="38531"/>
                </a:lnTo>
                <a:lnTo>
                  <a:pt x="26817" y="37011"/>
                </a:lnTo>
                <a:lnTo>
                  <a:pt x="32889" y="32858"/>
                </a:lnTo>
                <a:lnTo>
                  <a:pt x="37004" y="26680"/>
                </a:lnTo>
                <a:lnTo>
                  <a:pt x="38519" y="19088"/>
                </a:lnTo>
                <a:lnTo>
                  <a:pt x="37004" y="11701"/>
                </a:lnTo>
                <a:lnTo>
                  <a:pt x="32889" y="5629"/>
                </a:lnTo>
                <a:lnTo>
                  <a:pt x="26817" y="1514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40028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31" y="0"/>
                </a:moveTo>
                <a:lnTo>
                  <a:pt x="11990" y="1518"/>
                </a:lnTo>
                <a:lnTo>
                  <a:pt x="5800" y="5667"/>
                </a:lnTo>
                <a:lnTo>
                  <a:pt x="1568" y="11840"/>
                </a:lnTo>
                <a:lnTo>
                  <a:pt x="0" y="19430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1" y="38519"/>
                </a:lnTo>
                <a:lnTo>
                  <a:pt x="26817" y="37056"/>
                </a:lnTo>
                <a:lnTo>
                  <a:pt x="32889" y="33027"/>
                </a:lnTo>
                <a:lnTo>
                  <a:pt x="37004" y="26973"/>
                </a:lnTo>
                <a:lnTo>
                  <a:pt x="38519" y="19430"/>
                </a:lnTo>
                <a:lnTo>
                  <a:pt x="37004" y="11840"/>
                </a:lnTo>
                <a:lnTo>
                  <a:pt x="32889" y="5667"/>
                </a:lnTo>
                <a:lnTo>
                  <a:pt x="26817" y="1518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40028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31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517"/>
                </a:lnTo>
                <a:lnTo>
                  <a:pt x="5800" y="32712"/>
                </a:lnTo>
                <a:lnTo>
                  <a:pt x="11990" y="36949"/>
                </a:lnTo>
                <a:lnTo>
                  <a:pt x="19431" y="38519"/>
                </a:lnTo>
                <a:lnTo>
                  <a:pt x="26817" y="36949"/>
                </a:lnTo>
                <a:lnTo>
                  <a:pt x="32889" y="32712"/>
                </a:lnTo>
                <a:lnTo>
                  <a:pt x="37004" y="26517"/>
                </a:lnTo>
                <a:lnTo>
                  <a:pt x="38519" y="19075"/>
                </a:lnTo>
                <a:lnTo>
                  <a:pt x="37004" y="11690"/>
                </a:lnTo>
                <a:lnTo>
                  <a:pt x="32889" y="5622"/>
                </a:lnTo>
                <a:lnTo>
                  <a:pt x="26817" y="1512"/>
                </a:lnTo>
                <a:lnTo>
                  <a:pt x="19431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13698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9" y="18732"/>
                </a:lnTo>
                <a:lnTo>
                  <a:pt x="36909" y="11853"/>
                </a:lnTo>
                <a:lnTo>
                  <a:pt x="32841" y="5680"/>
                </a:lnTo>
                <a:lnTo>
                  <a:pt x="2668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13684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822" y="37063"/>
                </a:lnTo>
                <a:lnTo>
                  <a:pt x="32983" y="32996"/>
                </a:lnTo>
                <a:lnTo>
                  <a:pt x="37050" y="26835"/>
                </a:lnTo>
                <a:lnTo>
                  <a:pt x="38519" y="19088"/>
                </a:lnTo>
                <a:lnTo>
                  <a:pt x="37050" y="11701"/>
                </a:lnTo>
                <a:lnTo>
                  <a:pt x="32983" y="5629"/>
                </a:lnTo>
                <a:lnTo>
                  <a:pt x="2682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13684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822" y="37056"/>
                </a:lnTo>
                <a:lnTo>
                  <a:pt x="32983" y="33027"/>
                </a:lnTo>
                <a:lnTo>
                  <a:pt x="37050" y="26973"/>
                </a:lnTo>
                <a:lnTo>
                  <a:pt x="38519" y="19431"/>
                </a:lnTo>
                <a:lnTo>
                  <a:pt x="37050" y="11990"/>
                </a:lnTo>
                <a:lnTo>
                  <a:pt x="32983" y="5800"/>
                </a:lnTo>
                <a:lnTo>
                  <a:pt x="2682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13684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822" y="36999"/>
                </a:lnTo>
                <a:lnTo>
                  <a:pt x="32983" y="32845"/>
                </a:lnTo>
                <a:lnTo>
                  <a:pt x="37050" y="26667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13684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822" y="37006"/>
                </a:lnTo>
                <a:lnTo>
                  <a:pt x="32983" y="32896"/>
                </a:lnTo>
                <a:lnTo>
                  <a:pt x="37050" y="26828"/>
                </a:lnTo>
                <a:lnTo>
                  <a:pt x="38519" y="19443"/>
                </a:lnTo>
                <a:lnTo>
                  <a:pt x="37050" y="12001"/>
                </a:lnTo>
                <a:lnTo>
                  <a:pt x="32983" y="5807"/>
                </a:lnTo>
                <a:lnTo>
                  <a:pt x="2682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13684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822" y="37000"/>
                </a:lnTo>
                <a:lnTo>
                  <a:pt x="32983" y="32850"/>
                </a:lnTo>
                <a:lnTo>
                  <a:pt x="37050" y="26672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13684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822" y="37006"/>
                </a:lnTo>
                <a:lnTo>
                  <a:pt x="32983" y="32896"/>
                </a:lnTo>
                <a:lnTo>
                  <a:pt x="37050" y="26828"/>
                </a:lnTo>
                <a:lnTo>
                  <a:pt x="38519" y="19443"/>
                </a:lnTo>
                <a:lnTo>
                  <a:pt x="37050" y="12001"/>
                </a:lnTo>
                <a:lnTo>
                  <a:pt x="32983" y="5807"/>
                </a:lnTo>
                <a:lnTo>
                  <a:pt x="2682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13684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822" y="37001"/>
                </a:lnTo>
                <a:lnTo>
                  <a:pt x="32983" y="32851"/>
                </a:lnTo>
                <a:lnTo>
                  <a:pt x="37050" y="26678"/>
                </a:lnTo>
                <a:lnTo>
                  <a:pt x="38519" y="19088"/>
                </a:lnTo>
                <a:lnTo>
                  <a:pt x="37050" y="11546"/>
                </a:lnTo>
                <a:lnTo>
                  <a:pt x="32983" y="5491"/>
                </a:lnTo>
                <a:lnTo>
                  <a:pt x="2682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13684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822" y="36961"/>
                </a:lnTo>
                <a:lnTo>
                  <a:pt x="32983" y="32724"/>
                </a:lnTo>
                <a:lnTo>
                  <a:pt x="37050" y="26530"/>
                </a:lnTo>
                <a:lnTo>
                  <a:pt x="38519" y="19088"/>
                </a:lnTo>
                <a:lnTo>
                  <a:pt x="37050" y="11546"/>
                </a:lnTo>
                <a:lnTo>
                  <a:pt x="32983" y="5491"/>
                </a:lnTo>
                <a:lnTo>
                  <a:pt x="2682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13684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822" y="36693"/>
                </a:lnTo>
                <a:lnTo>
                  <a:pt x="32983" y="32705"/>
                </a:lnTo>
                <a:lnTo>
                  <a:pt x="37050" y="26760"/>
                </a:lnTo>
                <a:lnTo>
                  <a:pt x="38519" y="19430"/>
                </a:lnTo>
                <a:lnTo>
                  <a:pt x="37050" y="11690"/>
                </a:lnTo>
                <a:lnTo>
                  <a:pt x="32983" y="5534"/>
                </a:lnTo>
                <a:lnTo>
                  <a:pt x="2682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13684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822" y="37011"/>
                </a:lnTo>
                <a:lnTo>
                  <a:pt x="32983" y="32858"/>
                </a:lnTo>
                <a:lnTo>
                  <a:pt x="37050" y="26680"/>
                </a:lnTo>
                <a:lnTo>
                  <a:pt x="38519" y="19088"/>
                </a:lnTo>
                <a:lnTo>
                  <a:pt x="37050" y="11701"/>
                </a:lnTo>
                <a:lnTo>
                  <a:pt x="32983" y="5629"/>
                </a:lnTo>
                <a:lnTo>
                  <a:pt x="2682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13684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822" y="37056"/>
                </a:lnTo>
                <a:lnTo>
                  <a:pt x="32983" y="33027"/>
                </a:lnTo>
                <a:lnTo>
                  <a:pt x="37050" y="26973"/>
                </a:lnTo>
                <a:lnTo>
                  <a:pt x="38519" y="19430"/>
                </a:lnTo>
                <a:lnTo>
                  <a:pt x="37050" y="11840"/>
                </a:lnTo>
                <a:lnTo>
                  <a:pt x="32983" y="5667"/>
                </a:lnTo>
                <a:lnTo>
                  <a:pt x="2682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13684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822" y="36949"/>
                </a:lnTo>
                <a:lnTo>
                  <a:pt x="32983" y="32712"/>
                </a:lnTo>
                <a:lnTo>
                  <a:pt x="37050" y="26517"/>
                </a:lnTo>
                <a:lnTo>
                  <a:pt x="38519" y="19075"/>
                </a:lnTo>
                <a:lnTo>
                  <a:pt x="37050" y="11690"/>
                </a:lnTo>
                <a:lnTo>
                  <a:pt x="32983" y="5622"/>
                </a:lnTo>
                <a:lnTo>
                  <a:pt x="2682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87354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5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47" y="18732"/>
                </a:lnTo>
                <a:lnTo>
                  <a:pt x="36922" y="11853"/>
                </a:lnTo>
                <a:lnTo>
                  <a:pt x="32893" y="5680"/>
                </a:lnTo>
                <a:lnTo>
                  <a:pt x="26838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87339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985" y="37063"/>
                </a:lnTo>
                <a:lnTo>
                  <a:pt x="33040" y="32996"/>
                </a:lnTo>
                <a:lnTo>
                  <a:pt x="37069" y="26835"/>
                </a:lnTo>
                <a:lnTo>
                  <a:pt x="38531" y="19088"/>
                </a:lnTo>
                <a:lnTo>
                  <a:pt x="37069" y="11701"/>
                </a:lnTo>
                <a:lnTo>
                  <a:pt x="33040" y="5629"/>
                </a:lnTo>
                <a:lnTo>
                  <a:pt x="26985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87339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985" y="37056"/>
                </a:lnTo>
                <a:lnTo>
                  <a:pt x="33040" y="33027"/>
                </a:lnTo>
                <a:lnTo>
                  <a:pt x="37069" y="26973"/>
                </a:lnTo>
                <a:lnTo>
                  <a:pt x="38531" y="19431"/>
                </a:lnTo>
                <a:lnTo>
                  <a:pt x="37069" y="11990"/>
                </a:lnTo>
                <a:lnTo>
                  <a:pt x="33040" y="5800"/>
                </a:lnTo>
                <a:lnTo>
                  <a:pt x="26985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87339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985" y="36999"/>
                </a:lnTo>
                <a:lnTo>
                  <a:pt x="33040" y="32845"/>
                </a:lnTo>
                <a:lnTo>
                  <a:pt x="37069" y="26667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87339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985" y="37006"/>
                </a:lnTo>
                <a:lnTo>
                  <a:pt x="33040" y="32896"/>
                </a:lnTo>
                <a:lnTo>
                  <a:pt x="37069" y="26828"/>
                </a:lnTo>
                <a:lnTo>
                  <a:pt x="38531" y="19443"/>
                </a:lnTo>
                <a:lnTo>
                  <a:pt x="37069" y="12001"/>
                </a:lnTo>
                <a:lnTo>
                  <a:pt x="33040" y="5807"/>
                </a:lnTo>
                <a:lnTo>
                  <a:pt x="26985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87339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985" y="37000"/>
                </a:lnTo>
                <a:lnTo>
                  <a:pt x="33040" y="32850"/>
                </a:lnTo>
                <a:lnTo>
                  <a:pt x="37069" y="26672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87339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985" y="37006"/>
                </a:lnTo>
                <a:lnTo>
                  <a:pt x="33040" y="32896"/>
                </a:lnTo>
                <a:lnTo>
                  <a:pt x="37069" y="26828"/>
                </a:lnTo>
                <a:lnTo>
                  <a:pt x="38531" y="19443"/>
                </a:lnTo>
                <a:lnTo>
                  <a:pt x="37069" y="12001"/>
                </a:lnTo>
                <a:lnTo>
                  <a:pt x="33040" y="5807"/>
                </a:lnTo>
                <a:lnTo>
                  <a:pt x="26985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87339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985" y="37001"/>
                </a:lnTo>
                <a:lnTo>
                  <a:pt x="33040" y="32851"/>
                </a:lnTo>
                <a:lnTo>
                  <a:pt x="37069" y="26678"/>
                </a:lnTo>
                <a:lnTo>
                  <a:pt x="38531" y="19088"/>
                </a:lnTo>
                <a:lnTo>
                  <a:pt x="37069" y="11546"/>
                </a:lnTo>
                <a:lnTo>
                  <a:pt x="33040" y="5491"/>
                </a:lnTo>
                <a:lnTo>
                  <a:pt x="26985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87339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985" y="36961"/>
                </a:lnTo>
                <a:lnTo>
                  <a:pt x="33040" y="32724"/>
                </a:lnTo>
                <a:lnTo>
                  <a:pt x="37069" y="26530"/>
                </a:lnTo>
                <a:lnTo>
                  <a:pt x="38531" y="19088"/>
                </a:lnTo>
                <a:lnTo>
                  <a:pt x="37069" y="11546"/>
                </a:lnTo>
                <a:lnTo>
                  <a:pt x="33040" y="5491"/>
                </a:lnTo>
                <a:lnTo>
                  <a:pt x="26985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87339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985" y="36693"/>
                </a:lnTo>
                <a:lnTo>
                  <a:pt x="33040" y="32705"/>
                </a:lnTo>
                <a:lnTo>
                  <a:pt x="37069" y="26760"/>
                </a:lnTo>
                <a:lnTo>
                  <a:pt x="38531" y="19430"/>
                </a:lnTo>
                <a:lnTo>
                  <a:pt x="37069" y="11690"/>
                </a:lnTo>
                <a:lnTo>
                  <a:pt x="33040" y="5534"/>
                </a:lnTo>
                <a:lnTo>
                  <a:pt x="26985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87339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985" y="37011"/>
                </a:lnTo>
                <a:lnTo>
                  <a:pt x="33040" y="32858"/>
                </a:lnTo>
                <a:lnTo>
                  <a:pt x="37069" y="26680"/>
                </a:lnTo>
                <a:lnTo>
                  <a:pt x="38531" y="19088"/>
                </a:lnTo>
                <a:lnTo>
                  <a:pt x="37069" y="11701"/>
                </a:lnTo>
                <a:lnTo>
                  <a:pt x="33040" y="5629"/>
                </a:lnTo>
                <a:lnTo>
                  <a:pt x="26985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87339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985" y="37056"/>
                </a:lnTo>
                <a:lnTo>
                  <a:pt x="33040" y="33027"/>
                </a:lnTo>
                <a:lnTo>
                  <a:pt x="37069" y="26973"/>
                </a:lnTo>
                <a:lnTo>
                  <a:pt x="38531" y="19430"/>
                </a:lnTo>
                <a:lnTo>
                  <a:pt x="37069" y="11840"/>
                </a:lnTo>
                <a:lnTo>
                  <a:pt x="33040" y="5667"/>
                </a:lnTo>
                <a:lnTo>
                  <a:pt x="26985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87339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985" y="36949"/>
                </a:lnTo>
                <a:lnTo>
                  <a:pt x="33040" y="32712"/>
                </a:lnTo>
                <a:lnTo>
                  <a:pt x="37069" y="26517"/>
                </a:lnTo>
                <a:lnTo>
                  <a:pt x="38531" y="19075"/>
                </a:lnTo>
                <a:lnTo>
                  <a:pt x="37069" y="11690"/>
                </a:lnTo>
                <a:lnTo>
                  <a:pt x="33040" y="5622"/>
                </a:lnTo>
                <a:lnTo>
                  <a:pt x="26985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610461" y="9124912"/>
            <a:ext cx="38100" cy="19050"/>
          </a:xfrm>
          <a:custGeom>
            <a:avLst/>
            <a:gdLst/>
            <a:ahLst/>
            <a:cxnLst/>
            <a:rect l="l" t="t" r="r" b="b"/>
            <a:pathLst>
              <a:path w="38100" h="19050">
                <a:moveTo>
                  <a:pt x="18938" y="0"/>
                </a:moveTo>
                <a:lnTo>
                  <a:pt x="11403" y="1530"/>
                </a:lnTo>
                <a:lnTo>
                  <a:pt x="5352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7876" y="18732"/>
                </a:lnTo>
                <a:lnTo>
                  <a:pt x="36551" y="11853"/>
                </a:lnTo>
                <a:lnTo>
                  <a:pt x="32524" y="5680"/>
                </a:lnTo>
                <a:lnTo>
                  <a:pt x="26473" y="1530"/>
                </a:lnTo>
                <a:lnTo>
                  <a:pt x="1893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61032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4"/>
                </a:lnTo>
                <a:lnTo>
                  <a:pt x="5489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89" y="32996"/>
                </a:lnTo>
                <a:lnTo>
                  <a:pt x="11540" y="37063"/>
                </a:lnTo>
                <a:lnTo>
                  <a:pt x="19075" y="38531"/>
                </a:lnTo>
                <a:lnTo>
                  <a:pt x="26610" y="37063"/>
                </a:lnTo>
                <a:lnTo>
                  <a:pt x="32661" y="32996"/>
                </a:lnTo>
                <a:lnTo>
                  <a:pt x="36688" y="26835"/>
                </a:lnTo>
                <a:lnTo>
                  <a:pt x="38150" y="19088"/>
                </a:lnTo>
                <a:lnTo>
                  <a:pt x="36688" y="11701"/>
                </a:lnTo>
                <a:lnTo>
                  <a:pt x="32661" y="5629"/>
                </a:lnTo>
                <a:lnTo>
                  <a:pt x="26610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61032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68"/>
                </a:lnTo>
                <a:lnTo>
                  <a:pt x="5489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89" y="33027"/>
                </a:lnTo>
                <a:lnTo>
                  <a:pt x="11540" y="37056"/>
                </a:lnTo>
                <a:lnTo>
                  <a:pt x="19075" y="38519"/>
                </a:lnTo>
                <a:lnTo>
                  <a:pt x="26610" y="37056"/>
                </a:lnTo>
                <a:lnTo>
                  <a:pt x="32661" y="33027"/>
                </a:lnTo>
                <a:lnTo>
                  <a:pt x="36688" y="26973"/>
                </a:lnTo>
                <a:lnTo>
                  <a:pt x="38150" y="19431"/>
                </a:lnTo>
                <a:lnTo>
                  <a:pt x="36688" y="11990"/>
                </a:lnTo>
                <a:lnTo>
                  <a:pt x="32661" y="5800"/>
                </a:lnTo>
                <a:lnTo>
                  <a:pt x="26610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61032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89" y="32845"/>
                </a:lnTo>
                <a:lnTo>
                  <a:pt x="11540" y="36999"/>
                </a:lnTo>
                <a:lnTo>
                  <a:pt x="19075" y="38519"/>
                </a:lnTo>
                <a:lnTo>
                  <a:pt x="26610" y="36999"/>
                </a:lnTo>
                <a:lnTo>
                  <a:pt x="32661" y="32845"/>
                </a:lnTo>
                <a:lnTo>
                  <a:pt x="36688" y="26667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61032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70"/>
                </a:lnTo>
                <a:lnTo>
                  <a:pt x="5489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89" y="32896"/>
                </a:lnTo>
                <a:lnTo>
                  <a:pt x="11540" y="37006"/>
                </a:lnTo>
                <a:lnTo>
                  <a:pt x="19075" y="38519"/>
                </a:lnTo>
                <a:lnTo>
                  <a:pt x="26610" y="37006"/>
                </a:lnTo>
                <a:lnTo>
                  <a:pt x="32661" y="32896"/>
                </a:lnTo>
                <a:lnTo>
                  <a:pt x="36688" y="26828"/>
                </a:lnTo>
                <a:lnTo>
                  <a:pt x="38150" y="19443"/>
                </a:lnTo>
                <a:lnTo>
                  <a:pt x="36688" y="12001"/>
                </a:lnTo>
                <a:lnTo>
                  <a:pt x="32661" y="5807"/>
                </a:lnTo>
                <a:lnTo>
                  <a:pt x="26610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61032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89" y="32850"/>
                </a:lnTo>
                <a:lnTo>
                  <a:pt x="11540" y="37000"/>
                </a:lnTo>
                <a:lnTo>
                  <a:pt x="19075" y="38519"/>
                </a:lnTo>
                <a:lnTo>
                  <a:pt x="26610" y="37000"/>
                </a:lnTo>
                <a:lnTo>
                  <a:pt x="32661" y="32850"/>
                </a:lnTo>
                <a:lnTo>
                  <a:pt x="36688" y="26672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61032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70"/>
                </a:lnTo>
                <a:lnTo>
                  <a:pt x="5489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89" y="32896"/>
                </a:lnTo>
                <a:lnTo>
                  <a:pt x="11540" y="37006"/>
                </a:lnTo>
                <a:lnTo>
                  <a:pt x="19075" y="38519"/>
                </a:lnTo>
                <a:lnTo>
                  <a:pt x="26610" y="37006"/>
                </a:lnTo>
                <a:lnTo>
                  <a:pt x="32661" y="32896"/>
                </a:lnTo>
                <a:lnTo>
                  <a:pt x="36688" y="26828"/>
                </a:lnTo>
                <a:lnTo>
                  <a:pt x="38150" y="19443"/>
                </a:lnTo>
                <a:lnTo>
                  <a:pt x="36688" y="12001"/>
                </a:lnTo>
                <a:lnTo>
                  <a:pt x="32661" y="5807"/>
                </a:lnTo>
                <a:lnTo>
                  <a:pt x="26610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61032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2"/>
                </a:lnTo>
                <a:lnTo>
                  <a:pt x="5489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89" y="32851"/>
                </a:lnTo>
                <a:lnTo>
                  <a:pt x="11540" y="37001"/>
                </a:lnTo>
                <a:lnTo>
                  <a:pt x="19075" y="38519"/>
                </a:lnTo>
                <a:lnTo>
                  <a:pt x="26610" y="37001"/>
                </a:lnTo>
                <a:lnTo>
                  <a:pt x="32661" y="32851"/>
                </a:lnTo>
                <a:lnTo>
                  <a:pt x="36688" y="26678"/>
                </a:lnTo>
                <a:lnTo>
                  <a:pt x="38150" y="19088"/>
                </a:lnTo>
                <a:lnTo>
                  <a:pt x="36688" y="11546"/>
                </a:lnTo>
                <a:lnTo>
                  <a:pt x="32661" y="5491"/>
                </a:lnTo>
                <a:lnTo>
                  <a:pt x="26610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61032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2"/>
                </a:lnTo>
                <a:lnTo>
                  <a:pt x="5489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89" y="32724"/>
                </a:lnTo>
                <a:lnTo>
                  <a:pt x="11540" y="36961"/>
                </a:lnTo>
                <a:lnTo>
                  <a:pt x="19075" y="38531"/>
                </a:lnTo>
                <a:lnTo>
                  <a:pt x="26610" y="36961"/>
                </a:lnTo>
                <a:lnTo>
                  <a:pt x="32661" y="32724"/>
                </a:lnTo>
                <a:lnTo>
                  <a:pt x="36688" y="26530"/>
                </a:lnTo>
                <a:lnTo>
                  <a:pt x="38150" y="19088"/>
                </a:lnTo>
                <a:lnTo>
                  <a:pt x="36688" y="11546"/>
                </a:lnTo>
                <a:lnTo>
                  <a:pt x="32661" y="5491"/>
                </a:lnTo>
                <a:lnTo>
                  <a:pt x="26610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61032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468"/>
                </a:lnTo>
                <a:lnTo>
                  <a:pt x="5489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89" y="32705"/>
                </a:lnTo>
                <a:lnTo>
                  <a:pt x="11540" y="36693"/>
                </a:lnTo>
                <a:lnTo>
                  <a:pt x="19075" y="38150"/>
                </a:lnTo>
                <a:lnTo>
                  <a:pt x="26610" y="36693"/>
                </a:lnTo>
                <a:lnTo>
                  <a:pt x="32661" y="32705"/>
                </a:lnTo>
                <a:lnTo>
                  <a:pt x="36688" y="26760"/>
                </a:lnTo>
                <a:lnTo>
                  <a:pt x="38150" y="19430"/>
                </a:lnTo>
                <a:lnTo>
                  <a:pt x="36688" y="11690"/>
                </a:lnTo>
                <a:lnTo>
                  <a:pt x="32661" y="5534"/>
                </a:lnTo>
                <a:lnTo>
                  <a:pt x="26610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61032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4"/>
                </a:lnTo>
                <a:lnTo>
                  <a:pt x="5489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89" y="32858"/>
                </a:lnTo>
                <a:lnTo>
                  <a:pt x="11540" y="37011"/>
                </a:lnTo>
                <a:lnTo>
                  <a:pt x="19075" y="38531"/>
                </a:lnTo>
                <a:lnTo>
                  <a:pt x="26610" y="37011"/>
                </a:lnTo>
                <a:lnTo>
                  <a:pt x="32661" y="32858"/>
                </a:lnTo>
                <a:lnTo>
                  <a:pt x="36688" y="26680"/>
                </a:lnTo>
                <a:lnTo>
                  <a:pt x="38150" y="19088"/>
                </a:lnTo>
                <a:lnTo>
                  <a:pt x="36688" y="11701"/>
                </a:lnTo>
                <a:lnTo>
                  <a:pt x="32661" y="5629"/>
                </a:lnTo>
                <a:lnTo>
                  <a:pt x="26610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61032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540" y="1518"/>
                </a:lnTo>
                <a:lnTo>
                  <a:pt x="5489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89" y="33027"/>
                </a:lnTo>
                <a:lnTo>
                  <a:pt x="11540" y="37056"/>
                </a:lnTo>
                <a:lnTo>
                  <a:pt x="19075" y="38519"/>
                </a:lnTo>
                <a:lnTo>
                  <a:pt x="26610" y="37056"/>
                </a:lnTo>
                <a:lnTo>
                  <a:pt x="32661" y="33027"/>
                </a:lnTo>
                <a:lnTo>
                  <a:pt x="36688" y="26973"/>
                </a:lnTo>
                <a:lnTo>
                  <a:pt x="38150" y="19430"/>
                </a:lnTo>
                <a:lnTo>
                  <a:pt x="36688" y="11840"/>
                </a:lnTo>
                <a:lnTo>
                  <a:pt x="32661" y="5667"/>
                </a:lnTo>
                <a:lnTo>
                  <a:pt x="26610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61032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540" y="1512"/>
                </a:lnTo>
                <a:lnTo>
                  <a:pt x="5489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89" y="32712"/>
                </a:lnTo>
                <a:lnTo>
                  <a:pt x="11540" y="36949"/>
                </a:lnTo>
                <a:lnTo>
                  <a:pt x="19075" y="38519"/>
                </a:lnTo>
                <a:lnTo>
                  <a:pt x="26610" y="36949"/>
                </a:lnTo>
                <a:lnTo>
                  <a:pt x="32661" y="32712"/>
                </a:lnTo>
                <a:lnTo>
                  <a:pt x="36688" y="26517"/>
                </a:lnTo>
                <a:lnTo>
                  <a:pt x="38150" y="19075"/>
                </a:lnTo>
                <a:lnTo>
                  <a:pt x="36688" y="11690"/>
                </a:lnTo>
                <a:lnTo>
                  <a:pt x="32661" y="5622"/>
                </a:lnTo>
                <a:lnTo>
                  <a:pt x="26610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7347015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47" y="18732"/>
                </a:lnTo>
                <a:lnTo>
                  <a:pt x="36874" y="11853"/>
                </a:lnTo>
                <a:lnTo>
                  <a:pt x="32760" y="5680"/>
                </a:lnTo>
                <a:lnTo>
                  <a:pt x="26687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34687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30" y="37063"/>
                </a:lnTo>
                <a:lnTo>
                  <a:pt x="32902" y="32996"/>
                </a:lnTo>
                <a:lnTo>
                  <a:pt x="37017" y="26835"/>
                </a:lnTo>
                <a:lnTo>
                  <a:pt x="38531" y="19088"/>
                </a:lnTo>
                <a:lnTo>
                  <a:pt x="37017" y="11701"/>
                </a:lnTo>
                <a:lnTo>
                  <a:pt x="32902" y="5629"/>
                </a:lnTo>
                <a:lnTo>
                  <a:pt x="26830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34687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30" y="37056"/>
                </a:lnTo>
                <a:lnTo>
                  <a:pt x="32902" y="33027"/>
                </a:lnTo>
                <a:lnTo>
                  <a:pt x="37017" y="26973"/>
                </a:lnTo>
                <a:lnTo>
                  <a:pt x="38531" y="19431"/>
                </a:lnTo>
                <a:lnTo>
                  <a:pt x="37017" y="11990"/>
                </a:lnTo>
                <a:lnTo>
                  <a:pt x="32902" y="5800"/>
                </a:lnTo>
                <a:lnTo>
                  <a:pt x="26830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34687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30" y="36999"/>
                </a:lnTo>
                <a:lnTo>
                  <a:pt x="32902" y="32845"/>
                </a:lnTo>
                <a:lnTo>
                  <a:pt x="37017" y="26667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34687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30" y="37006"/>
                </a:lnTo>
                <a:lnTo>
                  <a:pt x="32902" y="32896"/>
                </a:lnTo>
                <a:lnTo>
                  <a:pt x="37017" y="26828"/>
                </a:lnTo>
                <a:lnTo>
                  <a:pt x="38531" y="19443"/>
                </a:lnTo>
                <a:lnTo>
                  <a:pt x="37017" y="12001"/>
                </a:lnTo>
                <a:lnTo>
                  <a:pt x="32902" y="5807"/>
                </a:lnTo>
                <a:lnTo>
                  <a:pt x="26830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34687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30" y="37000"/>
                </a:lnTo>
                <a:lnTo>
                  <a:pt x="32902" y="32850"/>
                </a:lnTo>
                <a:lnTo>
                  <a:pt x="37017" y="26672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34687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30" y="37006"/>
                </a:lnTo>
                <a:lnTo>
                  <a:pt x="32902" y="32896"/>
                </a:lnTo>
                <a:lnTo>
                  <a:pt x="37017" y="26828"/>
                </a:lnTo>
                <a:lnTo>
                  <a:pt x="38531" y="19443"/>
                </a:lnTo>
                <a:lnTo>
                  <a:pt x="37017" y="12001"/>
                </a:lnTo>
                <a:lnTo>
                  <a:pt x="32902" y="5807"/>
                </a:lnTo>
                <a:lnTo>
                  <a:pt x="26830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34687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30" y="37001"/>
                </a:lnTo>
                <a:lnTo>
                  <a:pt x="32902" y="32851"/>
                </a:lnTo>
                <a:lnTo>
                  <a:pt x="37017" y="26678"/>
                </a:lnTo>
                <a:lnTo>
                  <a:pt x="38531" y="19088"/>
                </a:lnTo>
                <a:lnTo>
                  <a:pt x="37017" y="11546"/>
                </a:lnTo>
                <a:lnTo>
                  <a:pt x="32902" y="5491"/>
                </a:lnTo>
                <a:lnTo>
                  <a:pt x="26830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34687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30" y="36961"/>
                </a:lnTo>
                <a:lnTo>
                  <a:pt x="32902" y="32724"/>
                </a:lnTo>
                <a:lnTo>
                  <a:pt x="37017" y="26530"/>
                </a:lnTo>
                <a:lnTo>
                  <a:pt x="38531" y="19088"/>
                </a:lnTo>
                <a:lnTo>
                  <a:pt x="37017" y="11546"/>
                </a:lnTo>
                <a:lnTo>
                  <a:pt x="32902" y="5491"/>
                </a:lnTo>
                <a:lnTo>
                  <a:pt x="26830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34687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30" y="36693"/>
                </a:lnTo>
                <a:lnTo>
                  <a:pt x="32902" y="32705"/>
                </a:lnTo>
                <a:lnTo>
                  <a:pt x="37017" y="26760"/>
                </a:lnTo>
                <a:lnTo>
                  <a:pt x="38531" y="19430"/>
                </a:lnTo>
                <a:lnTo>
                  <a:pt x="37017" y="11690"/>
                </a:lnTo>
                <a:lnTo>
                  <a:pt x="32902" y="5534"/>
                </a:lnTo>
                <a:lnTo>
                  <a:pt x="26830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34687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30" y="37011"/>
                </a:lnTo>
                <a:lnTo>
                  <a:pt x="32902" y="32858"/>
                </a:lnTo>
                <a:lnTo>
                  <a:pt x="37017" y="26680"/>
                </a:lnTo>
                <a:lnTo>
                  <a:pt x="38531" y="19088"/>
                </a:lnTo>
                <a:lnTo>
                  <a:pt x="37017" y="11701"/>
                </a:lnTo>
                <a:lnTo>
                  <a:pt x="32902" y="5629"/>
                </a:lnTo>
                <a:lnTo>
                  <a:pt x="26830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34687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30" y="37056"/>
                </a:lnTo>
                <a:lnTo>
                  <a:pt x="32902" y="33027"/>
                </a:lnTo>
                <a:lnTo>
                  <a:pt x="37017" y="26973"/>
                </a:lnTo>
                <a:lnTo>
                  <a:pt x="38531" y="19430"/>
                </a:lnTo>
                <a:lnTo>
                  <a:pt x="37017" y="11840"/>
                </a:lnTo>
                <a:lnTo>
                  <a:pt x="32902" y="5667"/>
                </a:lnTo>
                <a:lnTo>
                  <a:pt x="26830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34687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30" y="36949"/>
                </a:lnTo>
                <a:lnTo>
                  <a:pt x="32902" y="32712"/>
                </a:lnTo>
                <a:lnTo>
                  <a:pt x="37017" y="26517"/>
                </a:lnTo>
                <a:lnTo>
                  <a:pt x="38531" y="19075"/>
                </a:lnTo>
                <a:lnTo>
                  <a:pt x="37017" y="11690"/>
                </a:lnTo>
                <a:lnTo>
                  <a:pt x="32902" y="5622"/>
                </a:lnTo>
                <a:lnTo>
                  <a:pt x="26830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083572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39" y="18732"/>
                </a:lnTo>
                <a:lnTo>
                  <a:pt x="36864" y="11853"/>
                </a:lnTo>
                <a:lnTo>
                  <a:pt x="32714" y="5680"/>
                </a:lnTo>
                <a:lnTo>
                  <a:pt x="26541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083436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78" y="37063"/>
                </a:lnTo>
                <a:lnTo>
                  <a:pt x="32851" y="32996"/>
                </a:lnTo>
                <a:lnTo>
                  <a:pt x="37001" y="26835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083436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1"/>
                </a:lnTo>
                <a:lnTo>
                  <a:pt x="37001" y="11990"/>
                </a:lnTo>
                <a:lnTo>
                  <a:pt x="32851" y="5800"/>
                </a:lnTo>
                <a:lnTo>
                  <a:pt x="2667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083436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78" y="36999"/>
                </a:lnTo>
                <a:lnTo>
                  <a:pt x="32851" y="32845"/>
                </a:lnTo>
                <a:lnTo>
                  <a:pt x="37001" y="2666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083436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083436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78" y="37000"/>
                </a:lnTo>
                <a:lnTo>
                  <a:pt x="32851" y="32850"/>
                </a:lnTo>
                <a:lnTo>
                  <a:pt x="37001" y="26672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083436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78" y="37006"/>
                </a:lnTo>
                <a:lnTo>
                  <a:pt x="32851" y="32896"/>
                </a:lnTo>
                <a:lnTo>
                  <a:pt x="37001" y="26828"/>
                </a:lnTo>
                <a:lnTo>
                  <a:pt x="38519" y="19443"/>
                </a:lnTo>
                <a:lnTo>
                  <a:pt x="37001" y="12001"/>
                </a:lnTo>
                <a:lnTo>
                  <a:pt x="32851" y="5807"/>
                </a:lnTo>
                <a:lnTo>
                  <a:pt x="2667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083436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78" y="37001"/>
                </a:lnTo>
                <a:lnTo>
                  <a:pt x="32851" y="32851"/>
                </a:lnTo>
                <a:lnTo>
                  <a:pt x="37001" y="26678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083436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78" y="36961"/>
                </a:lnTo>
                <a:lnTo>
                  <a:pt x="32851" y="32724"/>
                </a:lnTo>
                <a:lnTo>
                  <a:pt x="37001" y="26530"/>
                </a:lnTo>
                <a:lnTo>
                  <a:pt x="38519" y="19088"/>
                </a:lnTo>
                <a:lnTo>
                  <a:pt x="37001" y="11546"/>
                </a:lnTo>
                <a:lnTo>
                  <a:pt x="32851" y="5491"/>
                </a:lnTo>
                <a:lnTo>
                  <a:pt x="2667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083436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78" y="36693"/>
                </a:lnTo>
                <a:lnTo>
                  <a:pt x="32851" y="32705"/>
                </a:lnTo>
                <a:lnTo>
                  <a:pt x="37001" y="26760"/>
                </a:lnTo>
                <a:lnTo>
                  <a:pt x="38519" y="19430"/>
                </a:lnTo>
                <a:lnTo>
                  <a:pt x="37001" y="11690"/>
                </a:lnTo>
                <a:lnTo>
                  <a:pt x="32851" y="5534"/>
                </a:lnTo>
                <a:lnTo>
                  <a:pt x="2667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083436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78" y="37011"/>
                </a:lnTo>
                <a:lnTo>
                  <a:pt x="32851" y="32858"/>
                </a:lnTo>
                <a:lnTo>
                  <a:pt x="37001" y="26680"/>
                </a:lnTo>
                <a:lnTo>
                  <a:pt x="38519" y="19088"/>
                </a:lnTo>
                <a:lnTo>
                  <a:pt x="37001" y="11701"/>
                </a:lnTo>
                <a:lnTo>
                  <a:pt x="32851" y="5629"/>
                </a:lnTo>
                <a:lnTo>
                  <a:pt x="2667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083436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78" y="37056"/>
                </a:lnTo>
                <a:lnTo>
                  <a:pt x="32851" y="33027"/>
                </a:lnTo>
                <a:lnTo>
                  <a:pt x="37001" y="26973"/>
                </a:lnTo>
                <a:lnTo>
                  <a:pt x="38519" y="19430"/>
                </a:lnTo>
                <a:lnTo>
                  <a:pt x="37001" y="11840"/>
                </a:lnTo>
                <a:lnTo>
                  <a:pt x="32851" y="5667"/>
                </a:lnTo>
                <a:lnTo>
                  <a:pt x="2667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083436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78" y="36949"/>
                </a:lnTo>
                <a:lnTo>
                  <a:pt x="32851" y="32712"/>
                </a:lnTo>
                <a:lnTo>
                  <a:pt x="37001" y="26517"/>
                </a:lnTo>
                <a:lnTo>
                  <a:pt x="38519" y="19075"/>
                </a:lnTo>
                <a:lnTo>
                  <a:pt x="37001" y="11690"/>
                </a:lnTo>
                <a:lnTo>
                  <a:pt x="32851" y="5622"/>
                </a:lnTo>
                <a:lnTo>
                  <a:pt x="2667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820144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819997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819997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819997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819997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819997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819997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819997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819997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819997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819997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819997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819997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955670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59" y="11853"/>
                </a:lnTo>
                <a:lnTo>
                  <a:pt x="32708" y="5680"/>
                </a:lnTo>
                <a:lnTo>
                  <a:pt x="26531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95565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72" y="37063"/>
                </a:lnTo>
                <a:lnTo>
                  <a:pt x="32850" y="32996"/>
                </a:lnTo>
                <a:lnTo>
                  <a:pt x="37000" y="26835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95565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1"/>
                </a:lnTo>
                <a:lnTo>
                  <a:pt x="37000" y="11990"/>
                </a:lnTo>
                <a:lnTo>
                  <a:pt x="32850" y="5800"/>
                </a:lnTo>
                <a:lnTo>
                  <a:pt x="26672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95565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72" y="36999"/>
                </a:lnTo>
                <a:lnTo>
                  <a:pt x="32850" y="32845"/>
                </a:lnTo>
                <a:lnTo>
                  <a:pt x="37000" y="2666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95565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95565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72" y="37000"/>
                </a:lnTo>
                <a:lnTo>
                  <a:pt x="32850" y="32850"/>
                </a:lnTo>
                <a:lnTo>
                  <a:pt x="37000" y="26672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95565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72" y="37006"/>
                </a:lnTo>
                <a:lnTo>
                  <a:pt x="32850" y="32896"/>
                </a:lnTo>
                <a:lnTo>
                  <a:pt x="37000" y="26828"/>
                </a:lnTo>
                <a:lnTo>
                  <a:pt x="38519" y="19443"/>
                </a:lnTo>
                <a:lnTo>
                  <a:pt x="37000" y="12001"/>
                </a:lnTo>
                <a:lnTo>
                  <a:pt x="32850" y="5807"/>
                </a:lnTo>
                <a:lnTo>
                  <a:pt x="26672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95565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72" y="37001"/>
                </a:lnTo>
                <a:lnTo>
                  <a:pt x="32850" y="32851"/>
                </a:lnTo>
                <a:lnTo>
                  <a:pt x="37000" y="26678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95565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72" y="36961"/>
                </a:lnTo>
                <a:lnTo>
                  <a:pt x="32850" y="32724"/>
                </a:lnTo>
                <a:lnTo>
                  <a:pt x="37000" y="26530"/>
                </a:lnTo>
                <a:lnTo>
                  <a:pt x="38519" y="19088"/>
                </a:lnTo>
                <a:lnTo>
                  <a:pt x="37000" y="11546"/>
                </a:lnTo>
                <a:lnTo>
                  <a:pt x="32850" y="5491"/>
                </a:lnTo>
                <a:lnTo>
                  <a:pt x="26672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95565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72" y="36693"/>
                </a:lnTo>
                <a:lnTo>
                  <a:pt x="32850" y="32705"/>
                </a:lnTo>
                <a:lnTo>
                  <a:pt x="37000" y="26760"/>
                </a:lnTo>
                <a:lnTo>
                  <a:pt x="38519" y="19430"/>
                </a:lnTo>
                <a:lnTo>
                  <a:pt x="37000" y="11690"/>
                </a:lnTo>
                <a:lnTo>
                  <a:pt x="32850" y="5534"/>
                </a:lnTo>
                <a:lnTo>
                  <a:pt x="26672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95565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72" y="37011"/>
                </a:lnTo>
                <a:lnTo>
                  <a:pt x="32850" y="32858"/>
                </a:lnTo>
                <a:lnTo>
                  <a:pt x="37000" y="26680"/>
                </a:lnTo>
                <a:lnTo>
                  <a:pt x="38519" y="19088"/>
                </a:lnTo>
                <a:lnTo>
                  <a:pt x="37000" y="11701"/>
                </a:lnTo>
                <a:lnTo>
                  <a:pt x="32850" y="5629"/>
                </a:lnTo>
                <a:lnTo>
                  <a:pt x="26672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95565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72" y="37056"/>
                </a:lnTo>
                <a:lnTo>
                  <a:pt x="32850" y="33027"/>
                </a:lnTo>
                <a:lnTo>
                  <a:pt x="37000" y="26973"/>
                </a:lnTo>
                <a:lnTo>
                  <a:pt x="38519" y="19430"/>
                </a:lnTo>
                <a:lnTo>
                  <a:pt x="37000" y="11840"/>
                </a:lnTo>
                <a:lnTo>
                  <a:pt x="32850" y="5667"/>
                </a:lnTo>
                <a:lnTo>
                  <a:pt x="26672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95565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72" y="36949"/>
                </a:lnTo>
                <a:lnTo>
                  <a:pt x="32850" y="32712"/>
                </a:lnTo>
                <a:lnTo>
                  <a:pt x="37000" y="26517"/>
                </a:lnTo>
                <a:lnTo>
                  <a:pt x="38519" y="19075"/>
                </a:lnTo>
                <a:lnTo>
                  <a:pt x="37000" y="11690"/>
                </a:lnTo>
                <a:lnTo>
                  <a:pt x="32850" y="5622"/>
                </a:lnTo>
                <a:lnTo>
                  <a:pt x="26672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0293268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96" y="0"/>
                </a:moveTo>
                <a:lnTo>
                  <a:pt x="11854" y="1530"/>
                </a:lnTo>
                <a:lnTo>
                  <a:pt x="5659" y="5680"/>
                </a:lnTo>
                <a:lnTo>
                  <a:pt x="142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59" y="11853"/>
                </a:lnTo>
                <a:lnTo>
                  <a:pt x="32749" y="5680"/>
                </a:lnTo>
                <a:lnTo>
                  <a:pt x="26681" y="1530"/>
                </a:lnTo>
                <a:lnTo>
                  <a:pt x="19296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0293121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835"/>
                </a:lnTo>
                <a:lnTo>
                  <a:pt x="5807" y="32996"/>
                </a:lnTo>
                <a:lnTo>
                  <a:pt x="1200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0293121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68"/>
                </a:lnTo>
                <a:lnTo>
                  <a:pt x="5807" y="5800"/>
                </a:lnTo>
                <a:lnTo>
                  <a:pt x="1570" y="11990"/>
                </a:lnTo>
                <a:lnTo>
                  <a:pt x="0" y="19431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0293121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67"/>
                </a:lnTo>
                <a:lnTo>
                  <a:pt x="5807" y="32845"/>
                </a:lnTo>
                <a:lnTo>
                  <a:pt x="1200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0293121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0293121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672"/>
                </a:lnTo>
                <a:lnTo>
                  <a:pt x="5807" y="32850"/>
                </a:lnTo>
                <a:lnTo>
                  <a:pt x="1200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0293121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70"/>
                </a:lnTo>
                <a:lnTo>
                  <a:pt x="5807" y="5807"/>
                </a:lnTo>
                <a:lnTo>
                  <a:pt x="1570" y="12001"/>
                </a:lnTo>
                <a:lnTo>
                  <a:pt x="0" y="19443"/>
                </a:lnTo>
                <a:lnTo>
                  <a:pt x="1570" y="26828"/>
                </a:lnTo>
                <a:lnTo>
                  <a:pt x="5807" y="32896"/>
                </a:lnTo>
                <a:lnTo>
                  <a:pt x="1200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0293121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678"/>
                </a:lnTo>
                <a:lnTo>
                  <a:pt x="5807" y="32851"/>
                </a:lnTo>
                <a:lnTo>
                  <a:pt x="1200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0293121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2"/>
                </a:lnTo>
                <a:lnTo>
                  <a:pt x="5807" y="5491"/>
                </a:lnTo>
                <a:lnTo>
                  <a:pt x="1570" y="11546"/>
                </a:lnTo>
                <a:lnTo>
                  <a:pt x="0" y="19088"/>
                </a:lnTo>
                <a:lnTo>
                  <a:pt x="1570" y="26530"/>
                </a:lnTo>
                <a:lnTo>
                  <a:pt x="5807" y="32724"/>
                </a:lnTo>
                <a:lnTo>
                  <a:pt x="1200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0293121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468"/>
                </a:lnTo>
                <a:lnTo>
                  <a:pt x="5807" y="5534"/>
                </a:lnTo>
                <a:lnTo>
                  <a:pt x="1570" y="11690"/>
                </a:lnTo>
                <a:lnTo>
                  <a:pt x="0" y="19430"/>
                </a:lnTo>
                <a:lnTo>
                  <a:pt x="1570" y="26760"/>
                </a:lnTo>
                <a:lnTo>
                  <a:pt x="5807" y="32705"/>
                </a:lnTo>
                <a:lnTo>
                  <a:pt x="1200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0293121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4"/>
                </a:lnTo>
                <a:lnTo>
                  <a:pt x="5807" y="5629"/>
                </a:lnTo>
                <a:lnTo>
                  <a:pt x="1570" y="11701"/>
                </a:lnTo>
                <a:lnTo>
                  <a:pt x="0" y="19088"/>
                </a:lnTo>
                <a:lnTo>
                  <a:pt x="1570" y="26680"/>
                </a:lnTo>
                <a:lnTo>
                  <a:pt x="5807" y="32858"/>
                </a:lnTo>
                <a:lnTo>
                  <a:pt x="1200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0293121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2001" y="1518"/>
                </a:lnTo>
                <a:lnTo>
                  <a:pt x="5807" y="5667"/>
                </a:lnTo>
                <a:lnTo>
                  <a:pt x="1570" y="11840"/>
                </a:lnTo>
                <a:lnTo>
                  <a:pt x="0" y="19430"/>
                </a:lnTo>
                <a:lnTo>
                  <a:pt x="1570" y="26973"/>
                </a:lnTo>
                <a:lnTo>
                  <a:pt x="5807" y="33027"/>
                </a:lnTo>
                <a:lnTo>
                  <a:pt x="1200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0293121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2001" y="1512"/>
                </a:lnTo>
                <a:lnTo>
                  <a:pt x="5807" y="5622"/>
                </a:lnTo>
                <a:lnTo>
                  <a:pt x="1570" y="11690"/>
                </a:lnTo>
                <a:lnTo>
                  <a:pt x="0" y="19075"/>
                </a:lnTo>
                <a:lnTo>
                  <a:pt x="1570" y="26517"/>
                </a:lnTo>
                <a:lnTo>
                  <a:pt x="5807" y="32712"/>
                </a:lnTo>
                <a:lnTo>
                  <a:pt x="1200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1029825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33" y="0"/>
                </a:moveTo>
                <a:lnTo>
                  <a:pt x="11549" y="1530"/>
                </a:lnTo>
                <a:lnTo>
                  <a:pt x="5481" y="5680"/>
                </a:lnTo>
                <a:lnTo>
                  <a:pt x="1370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57" y="11853"/>
                </a:lnTo>
                <a:lnTo>
                  <a:pt x="32703" y="5680"/>
                </a:lnTo>
                <a:lnTo>
                  <a:pt x="26525" y="1530"/>
                </a:lnTo>
                <a:lnTo>
                  <a:pt x="1893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1029683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835"/>
                </a:lnTo>
                <a:lnTo>
                  <a:pt x="5622" y="32996"/>
                </a:lnTo>
                <a:lnTo>
                  <a:pt x="11690" y="37063"/>
                </a:lnTo>
                <a:lnTo>
                  <a:pt x="19075" y="38531"/>
                </a:lnTo>
                <a:lnTo>
                  <a:pt x="26667" y="37063"/>
                </a:lnTo>
                <a:lnTo>
                  <a:pt x="32845" y="32996"/>
                </a:lnTo>
                <a:lnTo>
                  <a:pt x="36999" y="26835"/>
                </a:lnTo>
                <a:lnTo>
                  <a:pt x="38519" y="19088"/>
                </a:lnTo>
                <a:lnTo>
                  <a:pt x="36999" y="11701"/>
                </a:lnTo>
                <a:lnTo>
                  <a:pt x="32845" y="5629"/>
                </a:lnTo>
                <a:lnTo>
                  <a:pt x="26667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1029683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68"/>
                </a:lnTo>
                <a:lnTo>
                  <a:pt x="5622" y="5800"/>
                </a:lnTo>
                <a:lnTo>
                  <a:pt x="1512" y="11990"/>
                </a:lnTo>
                <a:lnTo>
                  <a:pt x="0" y="19431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67" y="37056"/>
                </a:lnTo>
                <a:lnTo>
                  <a:pt x="32845" y="33027"/>
                </a:lnTo>
                <a:lnTo>
                  <a:pt x="36999" y="26973"/>
                </a:lnTo>
                <a:lnTo>
                  <a:pt x="38519" y="19431"/>
                </a:lnTo>
                <a:lnTo>
                  <a:pt x="36999" y="11990"/>
                </a:lnTo>
                <a:lnTo>
                  <a:pt x="32845" y="5800"/>
                </a:lnTo>
                <a:lnTo>
                  <a:pt x="26667" y="15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1029683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67"/>
                </a:lnTo>
                <a:lnTo>
                  <a:pt x="5622" y="32845"/>
                </a:lnTo>
                <a:lnTo>
                  <a:pt x="11690" y="36999"/>
                </a:lnTo>
                <a:lnTo>
                  <a:pt x="19075" y="38519"/>
                </a:lnTo>
                <a:lnTo>
                  <a:pt x="26667" y="36999"/>
                </a:lnTo>
                <a:lnTo>
                  <a:pt x="32845" y="32845"/>
                </a:lnTo>
                <a:lnTo>
                  <a:pt x="36999" y="26667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1029683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67" y="37006"/>
                </a:lnTo>
                <a:lnTo>
                  <a:pt x="32845" y="32896"/>
                </a:lnTo>
                <a:lnTo>
                  <a:pt x="36999" y="26828"/>
                </a:lnTo>
                <a:lnTo>
                  <a:pt x="38519" y="19443"/>
                </a:lnTo>
                <a:lnTo>
                  <a:pt x="36999" y="12001"/>
                </a:lnTo>
                <a:lnTo>
                  <a:pt x="32845" y="5807"/>
                </a:lnTo>
                <a:lnTo>
                  <a:pt x="26667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1029683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672"/>
                </a:lnTo>
                <a:lnTo>
                  <a:pt x="5622" y="32850"/>
                </a:lnTo>
                <a:lnTo>
                  <a:pt x="11690" y="37000"/>
                </a:lnTo>
                <a:lnTo>
                  <a:pt x="19075" y="38519"/>
                </a:lnTo>
                <a:lnTo>
                  <a:pt x="26667" y="37000"/>
                </a:lnTo>
                <a:lnTo>
                  <a:pt x="32845" y="32850"/>
                </a:lnTo>
                <a:lnTo>
                  <a:pt x="36999" y="26672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1029683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70"/>
                </a:lnTo>
                <a:lnTo>
                  <a:pt x="5622" y="5807"/>
                </a:lnTo>
                <a:lnTo>
                  <a:pt x="1512" y="12001"/>
                </a:lnTo>
                <a:lnTo>
                  <a:pt x="0" y="19443"/>
                </a:lnTo>
                <a:lnTo>
                  <a:pt x="1512" y="26828"/>
                </a:lnTo>
                <a:lnTo>
                  <a:pt x="5622" y="32896"/>
                </a:lnTo>
                <a:lnTo>
                  <a:pt x="11690" y="37006"/>
                </a:lnTo>
                <a:lnTo>
                  <a:pt x="19075" y="38519"/>
                </a:lnTo>
                <a:lnTo>
                  <a:pt x="26667" y="37006"/>
                </a:lnTo>
                <a:lnTo>
                  <a:pt x="32845" y="32896"/>
                </a:lnTo>
                <a:lnTo>
                  <a:pt x="36999" y="26828"/>
                </a:lnTo>
                <a:lnTo>
                  <a:pt x="38519" y="19443"/>
                </a:lnTo>
                <a:lnTo>
                  <a:pt x="36999" y="12001"/>
                </a:lnTo>
                <a:lnTo>
                  <a:pt x="32845" y="5807"/>
                </a:lnTo>
                <a:lnTo>
                  <a:pt x="26667" y="1570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1029683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678"/>
                </a:lnTo>
                <a:lnTo>
                  <a:pt x="5622" y="32851"/>
                </a:lnTo>
                <a:lnTo>
                  <a:pt x="11690" y="37001"/>
                </a:lnTo>
                <a:lnTo>
                  <a:pt x="19075" y="38519"/>
                </a:lnTo>
                <a:lnTo>
                  <a:pt x="26667" y="37001"/>
                </a:lnTo>
                <a:lnTo>
                  <a:pt x="32845" y="32851"/>
                </a:lnTo>
                <a:lnTo>
                  <a:pt x="36999" y="26678"/>
                </a:lnTo>
                <a:lnTo>
                  <a:pt x="38519" y="19088"/>
                </a:lnTo>
                <a:lnTo>
                  <a:pt x="36999" y="11546"/>
                </a:lnTo>
                <a:lnTo>
                  <a:pt x="32845" y="5491"/>
                </a:lnTo>
                <a:lnTo>
                  <a:pt x="26667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1029683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2"/>
                </a:lnTo>
                <a:lnTo>
                  <a:pt x="5622" y="5491"/>
                </a:lnTo>
                <a:lnTo>
                  <a:pt x="1512" y="11546"/>
                </a:lnTo>
                <a:lnTo>
                  <a:pt x="0" y="19088"/>
                </a:lnTo>
                <a:lnTo>
                  <a:pt x="1512" y="26530"/>
                </a:lnTo>
                <a:lnTo>
                  <a:pt x="5622" y="32724"/>
                </a:lnTo>
                <a:lnTo>
                  <a:pt x="11690" y="36961"/>
                </a:lnTo>
                <a:lnTo>
                  <a:pt x="19075" y="38531"/>
                </a:lnTo>
                <a:lnTo>
                  <a:pt x="26667" y="36961"/>
                </a:lnTo>
                <a:lnTo>
                  <a:pt x="32845" y="32724"/>
                </a:lnTo>
                <a:lnTo>
                  <a:pt x="36999" y="26530"/>
                </a:lnTo>
                <a:lnTo>
                  <a:pt x="38519" y="19088"/>
                </a:lnTo>
                <a:lnTo>
                  <a:pt x="36999" y="11546"/>
                </a:lnTo>
                <a:lnTo>
                  <a:pt x="32845" y="5491"/>
                </a:lnTo>
                <a:lnTo>
                  <a:pt x="26667" y="146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1029683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468"/>
                </a:lnTo>
                <a:lnTo>
                  <a:pt x="5622" y="5534"/>
                </a:lnTo>
                <a:lnTo>
                  <a:pt x="1512" y="11690"/>
                </a:lnTo>
                <a:lnTo>
                  <a:pt x="0" y="19430"/>
                </a:lnTo>
                <a:lnTo>
                  <a:pt x="1512" y="26760"/>
                </a:lnTo>
                <a:lnTo>
                  <a:pt x="5622" y="32705"/>
                </a:lnTo>
                <a:lnTo>
                  <a:pt x="11690" y="36693"/>
                </a:lnTo>
                <a:lnTo>
                  <a:pt x="19075" y="38150"/>
                </a:lnTo>
                <a:lnTo>
                  <a:pt x="26667" y="36693"/>
                </a:lnTo>
                <a:lnTo>
                  <a:pt x="32845" y="32705"/>
                </a:lnTo>
                <a:lnTo>
                  <a:pt x="36999" y="26760"/>
                </a:lnTo>
                <a:lnTo>
                  <a:pt x="38519" y="19430"/>
                </a:lnTo>
                <a:lnTo>
                  <a:pt x="36999" y="11690"/>
                </a:lnTo>
                <a:lnTo>
                  <a:pt x="32845" y="5534"/>
                </a:lnTo>
                <a:lnTo>
                  <a:pt x="26667" y="146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1029683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4"/>
                </a:lnTo>
                <a:lnTo>
                  <a:pt x="5622" y="5629"/>
                </a:lnTo>
                <a:lnTo>
                  <a:pt x="1512" y="11701"/>
                </a:lnTo>
                <a:lnTo>
                  <a:pt x="0" y="19088"/>
                </a:lnTo>
                <a:lnTo>
                  <a:pt x="1512" y="26680"/>
                </a:lnTo>
                <a:lnTo>
                  <a:pt x="5622" y="32858"/>
                </a:lnTo>
                <a:lnTo>
                  <a:pt x="11690" y="37011"/>
                </a:lnTo>
                <a:lnTo>
                  <a:pt x="19075" y="38531"/>
                </a:lnTo>
                <a:lnTo>
                  <a:pt x="26667" y="37011"/>
                </a:lnTo>
                <a:lnTo>
                  <a:pt x="32845" y="32858"/>
                </a:lnTo>
                <a:lnTo>
                  <a:pt x="36999" y="26680"/>
                </a:lnTo>
                <a:lnTo>
                  <a:pt x="38519" y="19088"/>
                </a:lnTo>
                <a:lnTo>
                  <a:pt x="36999" y="11701"/>
                </a:lnTo>
                <a:lnTo>
                  <a:pt x="32845" y="5629"/>
                </a:lnTo>
                <a:lnTo>
                  <a:pt x="26667" y="1514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1029683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75" y="0"/>
                </a:moveTo>
                <a:lnTo>
                  <a:pt x="11690" y="1518"/>
                </a:lnTo>
                <a:lnTo>
                  <a:pt x="5622" y="5667"/>
                </a:lnTo>
                <a:lnTo>
                  <a:pt x="1512" y="11840"/>
                </a:lnTo>
                <a:lnTo>
                  <a:pt x="0" y="19430"/>
                </a:lnTo>
                <a:lnTo>
                  <a:pt x="1512" y="26973"/>
                </a:lnTo>
                <a:lnTo>
                  <a:pt x="5622" y="33027"/>
                </a:lnTo>
                <a:lnTo>
                  <a:pt x="11690" y="37056"/>
                </a:lnTo>
                <a:lnTo>
                  <a:pt x="19075" y="38519"/>
                </a:lnTo>
                <a:lnTo>
                  <a:pt x="26667" y="37056"/>
                </a:lnTo>
                <a:lnTo>
                  <a:pt x="32845" y="33027"/>
                </a:lnTo>
                <a:lnTo>
                  <a:pt x="36999" y="26973"/>
                </a:lnTo>
                <a:lnTo>
                  <a:pt x="38519" y="19430"/>
                </a:lnTo>
                <a:lnTo>
                  <a:pt x="36999" y="11840"/>
                </a:lnTo>
                <a:lnTo>
                  <a:pt x="32845" y="5667"/>
                </a:lnTo>
                <a:lnTo>
                  <a:pt x="26667" y="1518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1029683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75" y="0"/>
                </a:moveTo>
                <a:lnTo>
                  <a:pt x="11690" y="1512"/>
                </a:lnTo>
                <a:lnTo>
                  <a:pt x="5622" y="5622"/>
                </a:lnTo>
                <a:lnTo>
                  <a:pt x="1512" y="11690"/>
                </a:lnTo>
                <a:lnTo>
                  <a:pt x="0" y="19075"/>
                </a:lnTo>
                <a:lnTo>
                  <a:pt x="1512" y="26517"/>
                </a:lnTo>
                <a:lnTo>
                  <a:pt x="5622" y="32712"/>
                </a:lnTo>
                <a:lnTo>
                  <a:pt x="11690" y="36949"/>
                </a:lnTo>
                <a:lnTo>
                  <a:pt x="19075" y="38519"/>
                </a:lnTo>
                <a:lnTo>
                  <a:pt x="26667" y="36949"/>
                </a:lnTo>
                <a:lnTo>
                  <a:pt x="32845" y="32712"/>
                </a:lnTo>
                <a:lnTo>
                  <a:pt x="36999" y="26517"/>
                </a:lnTo>
                <a:lnTo>
                  <a:pt x="38519" y="19075"/>
                </a:lnTo>
                <a:lnTo>
                  <a:pt x="36999" y="11690"/>
                </a:lnTo>
                <a:lnTo>
                  <a:pt x="32845" y="5622"/>
                </a:lnTo>
                <a:lnTo>
                  <a:pt x="26667" y="1512"/>
                </a:lnTo>
                <a:lnTo>
                  <a:pt x="19075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176639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284" y="0"/>
                </a:moveTo>
                <a:lnTo>
                  <a:pt x="11843" y="1530"/>
                </a:lnTo>
                <a:lnTo>
                  <a:pt x="5653" y="5680"/>
                </a:lnTo>
                <a:lnTo>
                  <a:pt x="1421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909" y="11853"/>
                </a:lnTo>
                <a:lnTo>
                  <a:pt x="32881" y="5680"/>
                </a:lnTo>
                <a:lnTo>
                  <a:pt x="26826" y="1530"/>
                </a:lnTo>
                <a:lnTo>
                  <a:pt x="19284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176624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835"/>
                </a:lnTo>
                <a:lnTo>
                  <a:pt x="5800" y="32996"/>
                </a:lnTo>
                <a:lnTo>
                  <a:pt x="11990" y="37063"/>
                </a:lnTo>
                <a:lnTo>
                  <a:pt x="19430" y="38531"/>
                </a:lnTo>
                <a:lnTo>
                  <a:pt x="26973" y="37063"/>
                </a:lnTo>
                <a:lnTo>
                  <a:pt x="33027" y="32996"/>
                </a:lnTo>
                <a:lnTo>
                  <a:pt x="37056" y="26835"/>
                </a:lnTo>
                <a:lnTo>
                  <a:pt x="38519" y="19088"/>
                </a:lnTo>
                <a:lnTo>
                  <a:pt x="37056" y="11701"/>
                </a:lnTo>
                <a:lnTo>
                  <a:pt x="33027" y="5629"/>
                </a:lnTo>
                <a:lnTo>
                  <a:pt x="26973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176624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68"/>
                </a:lnTo>
                <a:lnTo>
                  <a:pt x="5800" y="5800"/>
                </a:lnTo>
                <a:lnTo>
                  <a:pt x="1568" y="11990"/>
                </a:lnTo>
                <a:lnTo>
                  <a:pt x="0" y="19431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0" y="38519"/>
                </a:lnTo>
                <a:lnTo>
                  <a:pt x="26973" y="37056"/>
                </a:lnTo>
                <a:lnTo>
                  <a:pt x="33027" y="33027"/>
                </a:lnTo>
                <a:lnTo>
                  <a:pt x="37056" y="26973"/>
                </a:lnTo>
                <a:lnTo>
                  <a:pt x="38519" y="19431"/>
                </a:lnTo>
                <a:lnTo>
                  <a:pt x="37056" y="11990"/>
                </a:lnTo>
                <a:lnTo>
                  <a:pt x="33027" y="5800"/>
                </a:lnTo>
                <a:lnTo>
                  <a:pt x="26973" y="15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176624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67"/>
                </a:lnTo>
                <a:lnTo>
                  <a:pt x="5800" y="32845"/>
                </a:lnTo>
                <a:lnTo>
                  <a:pt x="11990" y="36999"/>
                </a:lnTo>
                <a:lnTo>
                  <a:pt x="19430" y="38519"/>
                </a:lnTo>
                <a:lnTo>
                  <a:pt x="26973" y="36999"/>
                </a:lnTo>
                <a:lnTo>
                  <a:pt x="33027" y="32845"/>
                </a:lnTo>
                <a:lnTo>
                  <a:pt x="37056" y="26667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176624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0" y="38519"/>
                </a:lnTo>
                <a:lnTo>
                  <a:pt x="26973" y="37006"/>
                </a:lnTo>
                <a:lnTo>
                  <a:pt x="33027" y="32896"/>
                </a:lnTo>
                <a:lnTo>
                  <a:pt x="37056" y="26828"/>
                </a:lnTo>
                <a:lnTo>
                  <a:pt x="38519" y="19443"/>
                </a:lnTo>
                <a:lnTo>
                  <a:pt x="37056" y="12001"/>
                </a:lnTo>
                <a:lnTo>
                  <a:pt x="33027" y="5807"/>
                </a:lnTo>
                <a:lnTo>
                  <a:pt x="26973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176624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672"/>
                </a:lnTo>
                <a:lnTo>
                  <a:pt x="5800" y="32850"/>
                </a:lnTo>
                <a:lnTo>
                  <a:pt x="11990" y="37000"/>
                </a:lnTo>
                <a:lnTo>
                  <a:pt x="19430" y="38519"/>
                </a:lnTo>
                <a:lnTo>
                  <a:pt x="26973" y="37000"/>
                </a:lnTo>
                <a:lnTo>
                  <a:pt x="33027" y="32850"/>
                </a:lnTo>
                <a:lnTo>
                  <a:pt x="37056" y="26672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176624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70"/>
                </a:lnTo>
                <a:lnTo>
                  <a:pt x="5800" y="5807"/>
                </a:lnTo>
                <a:lnTo>
                  <a:pt x="1568" y="12001"/>
                </a:lnTo>
                <a:lnTo>
                  <a:pt x="0" y="19443"/>
                </a:lnTo>
                <a:lnTo>
                  <a:pt x="1568" y="26828"/>
                </a:lnTo>
                <a:lnTo>
                  <a:pt x="5800" y="32896"/>
                </a:lnTo>
                <a:lnTo>
                  <a:pt x="11990" y="37006"/>
                </a:lnTo>
                <a:lnTo>
                  <a:pt x="19430" y="38519"/>
                </a:lnTo>
                <a:lnTo>
                  <a:pt x="26973" y="37006"/>
                </a:lnTo>
                <a:lnTo>
                  <a:pt x="33027" y="32896"/>
                </a:lnTo>
                <a:lnTo>
                  <a:pt x="37056" y="26828"/>
                </a:lnTo>
                <a:lnTo>
                  <a:pt x="38519" y="19443"/>
                </a:lnTo>
                <a:lnTo>
                  <a:pt x="37056" y="12001"/>
                </a:lnTo>
                <a:lnTo>
                  <a:pt x="33027" y="5807"/>
                </a:lnTo>
                <a:lnTo>
                  <a:pt x="26973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176624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678"/>
                </a:lnTo>
                <a:lnTo>
                  <a:pt x="5800" y="32851"/>
                </a:lnTo>
                <a:lnTo>
                  <a:pt x="11990" y="37001"/>
                </a:lnTo>
                <a:lnTo>
                  <a:pt x="19430" y="38519"/>
                </a:lnTo>
                <a:lnTo>
                  <a:pt x="26973" y="37001"/>
                </a:lnTo>
                <a:lnTo>
                  <a:pt x="33027" y="32851"/>
                </a:lnTo>
                <a:lnTo>
                  <a:pt x="37056" y="26678"/>
                </a:lnTo>
                <a:lnTo>
                  <a:pt x="38519" y="19088"/>
                </a:lnTo>
                <a:lnTo>
                  <a:pt x="37056" y="11546"/>
                </a:lnTo>
                <a:lnTo>
                  <a:pt x="33027" y="5491"/>
                </a:lnTo>
                <a:lnTo>
                  <a:pt x="26973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176624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2"/>
                </a:lnTo>
                <a:lnTo>
                  <a:pt x="5800" y="5491"/>
                </a:lnTo>
                <a:lnTo>
                  <a:pt x="1568" y="11546"/>
                </a:lnTo>
                <a:lnTo>
                  <a:pt x="0" y="19088"/>
                </a:lnTo>
                <a:lnTo>
                  <a:pt x="1568" y="26530"/>
                </a:lnTo>
                <a:lnTo>
                  <a:pt x="5800" y="32724"/>
                </a:lnTo>
                <a:lnTo>
                  <a:pt x="11990" y="36961"/>
                </a:lnTo>
                <a:lnTo>
                  <a:pt x="19430" y="38531"/>
                </a:lnTo>
                <a:lnTo>
                  <a:pt x="26973" y="36961"/>
                </a:lnTo>
                <a:lnTo>
                  <a:pt x="33027" y="32724"/>
                </a:lnTo>
                <a:lnTo>
                  <a:pt x="37056" y="26530"/>
                </a:lnTo>
                <a:lnTo>
                  <a:pt x="38519" y="19088"/>
                </a:lnTo>
                <a:lnTo>
                  <a:pt x="37056" y="11546"/>
                </a:lnTo>
                <a:lnTo>
                  <a:pt x="33027" y="5491"/>
                </a:lnTo>
                <a:lnTo>
                  <a:pt x="26973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176624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468"/>
                </a:lnTo>
                <a:lnTo>
                  <a:pt x="5800" y="5534"/>
                </a:lnTo>
                <a:lnTo>
                  <a:pt x="1568" y="11690"/>
                </a:lnTo>
                <a:lnTo>
                  <a:pt x="0" y="19430"/>
                </a:lnTo>
                <a:lnTo>
                  <a:pt x="1568" y="26760"/>
                </a:lnTo>
                <a:lnTo>
                  <a:pt x="5800" y="32705"/>
                </a:lnTo>
                <a:lnTo>
                  <a:pt x="11990" y="36693"/>
                </a:lnTo>
                <a:lnTo>
                  <a:pt x="19430" y="38150"/>
                </a:lnTo>
                <a:lnTo>
                  <a:pt x="26973" y="36693"/>
                </a:lnTo>
                <a:lnTo>
                  <a:pt x="33027" y="32705"/>
                </a:lnTo>
                <a:lnTo>
                  <a:pt x="37056" y="26760"/>
                </a:lnTo>
                <a:lnTo>
                  <a:pt x="38519" y="19430"/>
                </a:lnTo>
                <a:lnTo>
                  <a:pt x="37056" y="11690"/>
                </a:lnTo>
                <a:lnTo>
                  <a:pt x="33027" y="5534"/>
                </a:lnTo>
                <a:lnTo>
                  <a:pt x="26973" y="14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176624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4"/>
                </a:lnTo>
                <a:lnTo>
                  <a:pt x="5800" y="5629"/>
                </a:lnTo>
                <a:lnTo>
                  <a:pt x="1568" y="11701"/>
                </a:lnTo>
                <a:lnTo>
                  <a:pt x="0" y="19088"/>
                </a:lnTo>
                <a:lnTo>
                  <a:pt x="1568" y="26680"/>
                </a:lnTo>
                <a:lnTo>
                  <a:pt x="5800" y="32858"/>
                </a:lnTo>
                <a:lnTo>
                  <a:pt x="11990" y="37011"/>
                </a:lnTo>
                <a:lnTo>
                  <a:pt x="19430" y="38531"/>
                </a:lnTo>
                <a:lnTo>
                  <a:pt x="26973" y="37011"/>
                </a:lnTo>
                <a:lnTo>
                  <a:pt x="33027" y="32858"/>
                </a:lnTo>
                <a:lnTo>
                  <a:pt x="37056" y="26680"/>
                </a:lnTo>
                <a:lnTo>
                  <a:pt x="38519" y="19088"/>
                </a:lnTo>
                <a:lnTo>
                  <a:pt x="37056" y="11701"/>
                </a:lnTo>
                <a:lnTo>
                  <a:pt x="33027" y="5629"/>
                </a:lnTo>
                <a:lnTo>
                  <a:pt x="26973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176624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990" y="1518"/>
                </a:lnTo>
                <a:lnTo>
                  <a:pt x="5800" y="5667"/>
                </a:lnTo>
                <a:lnTo>
                  <a:pt x="1568" y="11840"/>
                </a:lnTo>
                <a:lnTo>
                  <a:pt x="0" y="19430"/>
                </a:lnTo>
                <a:lnTo>
                  <a:pt x="1568" y="26973"/>
                </a:lnTo>
                <a:lnTo>
                  <a:pt x="5800" y="33027"/>
                </a:lnTo>
                <a:lnTo>
                  <a:pt x="11990" y="37056"/>
                </a:lnTo>
                <a:lnTo>
                  <a:pt x="19430" y="38519"/>
                </a:lnTo>
                <a:lnTo>
                  <a:pt x="26973" y="37056"/>
                </a:lnTo>
                <a:lnTo>
                  <a:pt x="33027" y="33027"/>
                </a:lnTo>
                <a:lnTo>
                  <a:pt x="37056" y="26973"/>
                </a:lnTo>
                <a:lnTo>
                  <a:pt x="38519" y="19430"/>
                </a:lnTo>
                <a:lnTo>
                  <a:pt x="37056" y="11840"/>
                </a:lnTo>
                <a:lnTo>
                  <a:pt x="33027" y="5667"/>
                </a:lnTo>
                <a:lnTo>
                  <a:pt x="26973" y="151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176624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990" y="1512"/>
                </a:lnTo>
                <a:lnTo>
                  <a:pt x="5800" y="5622"/>
                </a:lnTo>
                <a:lnTo>
                  <a:pt x="1568" y="11690"/>
                </a:lnTo>
                <a:lnTo>
                  <a:pt x="0" y="19075"/>
                </a:lnTo>
                <a:lnTo>
                  <a:pt x="1568" y="26517"/>
                </a:lnTo>
                <a:lnTo>
                  <a:pt x="5800" y="32712"/>
                </a:lnTo>
                <a:lnTo>
                  <a:pt x="11990" y="36949"/>
                </a:lnTo>
                <a:lnTo>
                  <a:pt x="19430" y="38519"/>
                </a:lnTo>
                <a:lnTo>
                  <a:pt x="26973" y="36949"/>
                </a:lnTo>
                <a:lnTo>
                  <a:pt x="33027" y="32712"/>
                </a:lnTo>
                <a:lnTo>
                  <a:pt x="37056" y="26517"/>
                </a:lnTo>
                <a:lnTo>
                  <a:pt x="38519" y="19075"/>
                </a:lnTo>
                <a:lnTo>
                  <a:pt x="37056" y="11690"/>
                </a:lnTo>
                <a:lnTo>
                  <a:pt x="33027" y="5622"/>
                </a:lnTo>
                <a:lnTo>
                  <a:pt x="26973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2502936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921" y="11853"/>
                </a:lnTo>
                <a:lnTo>
                  <a:pt x="32854" y="5680"/>
                </a:lnTo>
                <a:lnTo>
                  <a:pt x="26693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250279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835" y="37063"/>
                </a:lnTo>
                <a:lnTo>
                  <a:pt x="32996" y="32996"/>
                </a:lnTo>
                <a:lnTo>
                  <a:pt x="37063" y="26835"/>
                </a:lnTo>
                <a:lnTo>
                  <a:pt x="38531" y="19088"/>
                </a:lnTo>
                <a:lnTo>
                  <a:pt x="37063" y="11701"/>
                </a:lnTo>
                <a:lnTo>
                  <a:pt x="32996" y="5629"/>
                </a:lnTo>
                <a:lnTo>
                  <a:pt x="26835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250279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835" y="37056"/>
                </a:lnTo>
                <a:lnTo>
                  <a:pt x="32996" y="33027"/>
                </a:lnTo>
                <a:lnTo>
                  <a:pt x="37063" y="26973"/>
                </a:lnTo>
                <a:lnTo>
                  <a:pt x="38531" y="19431"/>
                </a:lnTo>
                <a:lnTo>
                  <a:pt x="37063" y="11990"/>
                </a:lnTo>
                <a:lnTo>
                  <a:pt x="32996" y="5800"/>
                </a:lnTo>
                <a:lnTo>
                  <a:pt x="26835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250279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835" y="36999"/>
                </a:lnTo>
                <a:lnTo>
                  <a:pt x="32996" y="32845"/>
                </a:lnTo>
                <a:lnTo>
                  <a:pt x="37063" y="26667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250279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835" y="37006"/>
                </a:lnTo>
                <a:lnTo>
                  <a:pt x="32996" y="32896"/>
                </a:lnTo>
                <a:lnTo>
                  <a:pt x="37063" y="26828"/>
                </a:lnTo>
                <a:lnTo>
                  <a:pt x="38531" y="19443"/>
                </a:lnTo>
                <a:lnTo>
                  <a:pt x="37063" y="12001"/>
                </a:lnTo>
                <a:lnTo>
                  <a:pt x="32996" y="5807"/>
                </a:lnTo>
                <a:lnTo>
                  <a:pt x="26835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250279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835" y="37000"/>
                </a:lnTo>
                <a:lnTo>
                  <a:pt x="32996" y="32850"/>
                </a:lnTo>
                <a:lnTo>
                  <a:pt x="37063" y="26672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250279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835" y="37006"/>
                </a:lnTo>
                <a:lnTo>
                  <a:pt x="32996" y="32896"/>
                </a:lnTo>
                <a:lnTo>
                  <a:pt x="37063" y="26828"/>
                </a:lnTo>
                <a:lnTo>
                  <a:pt x="38531" y="19443"/>
                </a:lnTo>
                <a:lnTo>
                  <a:pt x="37063" y="12001"/>
                </a:lnTo>
                <a:lnTo>
                  <a:pt x="32996" y="5807"/>
                </a:lnTo>
                <a:lnTo>
                  <a:pt x="26835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250279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835" y="37001"/>
                </a:lnTo>
                <a:lnTo>
                  <a:pt x="32996" y="32851"/>
                </a:lnTo>
                <a:lnTo>
                  <a:pt x="37063" y="26678"/>
                </a:lnTo>
                <a:lnTo>
                  <a:pt x="38531" y="19088"/>
                </a:lnTo>
                <a:lnTo>
                  <a:pt x="37063" y="11546"/>
                </a:lnTo>
                <a:lnTo>
                  <a:pt x="32996" y="5491"/>
                </a:lnTo>
                <a:lnTo>
                  <a:pt x="26835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250279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835" y="36961"/>
                </a:lnTo>
                <a:lnTo>
                  <a:pt x="32996" y="32724"/>
                </a:lnTo>
                <a:lnTo>
                  <a:pt x="37063" y="26530"/>
                </a:lnTo>
                <a:lnTo>
                  <a:pt x="38531" y="19088"/>
                </a:lnTo>
                <a:lnTo>
                  <a:pt x="37063" y="11546"/>
                </a:lnTo>
                <a:lnTo>
                  <a:pt x="32996" y="5491"/>
                </a:lnTo>
                <a:lnTo>
                  <a:pt x="26835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250279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835" y="36693"/>
                </a:lnTo>
                <a:lnTo>
                  <a:pt x="32996" y="32705"/>
                </a:lnTo>
                <a:lnTo>
                  <a:pt x="37063" y="26760"/>
                </a:lnTo>
                <a:lnTo>
                  <a:pt x="38531" y="19430"/>
                </a:lnTo>
                <a:lnTo>
                  <a:pt x="37063" y="11690"/>
                </a:lnTo>
                <a:lnTo>
                  <a:pt x="32996" y="5534"/>
                </a:lnTo>
                <a:lnTo>
                  <a:pt x="26835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250279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835" y="37011"/>
                </a:lnTo>
                <a:lnTo>
                  <a:pt x="32996" y="32858"/>
                </a:lnTo>
                <a:lnTo>
                  <a:pt x="37063" y="26680"/>
                </a:lnTo>
                <a:lnTo>
                  <a:pt x="38531" y="19088"/>
                </a:lnTo>
                <a:lnTo>
                  <a:pt x="37063" y="11701"/>
                </a:lnTo>
                <a:lnTo>
                  <a:pt x="32996" y="5629"/>
                </a:lnTo>
                <a:lnTo>
                  <a:pt x="26835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250279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835" y="37056"/>
                </a:lnTo>
                <a:lnTo>
                  <a:pt x="32996" y="33027"/>
                </a:lnTo>
                <a:lnTo>
                  <a:pt x="37063" y="26973"/>
                </a:lnTo>
                <a:lnTo>
                  <a:pt x="38531" y="19430"/>
                </a:lnTo>
                <a:lnTo>
                  <a:pt x="37063" y="11840"/>
                </a:lnTo>
                <a:lnTo>
                  <a:pt x="32996" y="5667"/>
                </a:lnTo>
                <a:lnTo>
                  <a:pt x="26835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250279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835" y="36949"/>
                </a:lnTo>
                <a:lnTo>
                  <a:pt x="32996" y="32712"/>
                </a:lnTo>
                <a:lnTo>
                  <a:pt x="37063" y="26517"/>
                </a:lnTo>
                <a:lnTo>
                  <a:pt x="38531" y="19075"/>
                </a:lnTo>
                <a:lnTo>
                  <a:pt x="37063" y="11690"/>
                </a:lnTo>
                <a:lnTo>
                  <a:pt x="32996" y="5622"/>
                </a:lnTo>
                <a:lnTo>
                  <a:pt x="26835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3239861" y="9124912"/>
            <a:ext cx="38100" cy="19050"/>
          </a:xfrm>
          <a:custGeom>
            <a:avLst/>
            <a:gdLst/>
            <a:ahLst/>
            <a:cxnLst/>
            <a:rect l="l" t="t" r="r" b="b"/>
            <a:pathLst>
              <a:path w="38100" h="19050">
                <a:moveTo>
                  <a:pt x="19293" y="0"/>
                </a:moveTo>
                <a:lnTo>
                  <a:pt x="11553" y="1530"/>
                </a:lnTo>
                <a:lnTo>
                  <a:pt x="5396" y="5680"/>
                </a:lnTo>
                <a:lnTo>
                  <a:pt x="1330" y="11853"/>
                </a:lnTo>
                <a:lnTo>
                  <a:pt x="0" y="18732"/>
                </a:lnTo>
                <a:lnTo>
                  <a:pt x="37876" y="18732"/>
                </a:lnTo>
                <a:lnTo>
                  <a:pt x="36556" y="11853"/>
                </a:lnTo>
                <a:lnTo>
                  <a:pt x="32568" y="5680"/>
                </a:lnTo>
                <a:lnTo>
                  <a:pt x="26622" y="1530"/>
                </a:lnTo>
                <a:lnTo>
                  <a:pt x="1929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323972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4"/>
                </a:lnTo>
                <a:lnTo>
                  <a:pt x="5534" y="5629"/>
                </a:lnTo>
                <a:lnTo>
                  <a:pt x="1468" y="11701"/>
                </a:lnTo>
                <a:lnTo>
                  <a:pt x="0" y="19088"/>
                </a:lnTo>
                <a:lnTo>
                  <a:pt x="1468" y="26835"/>
                </a:lnTo>
                <a:lnTo>
                  <a:pt x="5534" y="32996"/>
                </a:lnTo>
                <a:lnTo>
                  <a:pt x="11690" y="37063"/>
                </a:lnTo>
                <a:lnTo>
                  <a:pt x="19430" y="38531"/>
                </a:lnTo>
                <a:lnTo>
                  <a:pt x="26760" y="37063"/>
                </a:lnTo>
                <a:lnTo>
                  <a:pt x="32705" y="32996"/>
                </a:lnTo>
                <a:lnTo>
                  <a:pt x="36693" y="26835"/>
                </a:lnTo>
                <a:lnTo>
                  <a:pt x="38150" y="19088"/>
                </a:lnTo>
                <a:lnTo>
                  <a:pt x="36693" y="11701"/>
                </a:lnTo>
                <a:lnTo>
                  <a:pt x="32705" y="5629"/>
                </a:lnTo>
                <a:lnTo>
                  <a:pt x="26760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323972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68"/>
                </a:lnTo>
                <a:lnTo>
                  <a:pt x="5534" y="5800"/>
                </a:lnTo>
                <a:lnTo>
                  <a:pt x="1468" y="11990"/>
                </a:lnTo>
                <a:lnTo>
                  <a:pt x="0" y="19431"/>
                </a:lnTo>
                <a:lnTo>
                  <a:pt x="1468" y="26973"/>
                </a:lnTo>
                <a:lnTo>
                  <a:pt x="5534" y="33027"/>
                </a:lnTo>
                <a:lnTo>
                  <a:pt x="11690" y="37056"/>
                </a:lnTo>
                <a:lnTo>
                  <a:pt x="19430" y="38519"/>
                </a:lnTo>
                <a:lnTo>
                  <a:pt x="26760" y="37056"/>
                </a:lnTo>
                <a:lnTo>
                  <a:pt x="32705" y="33027"/>
                </a:lnTo>
                <a:lnTo>
                  <a:pt x="36693" y="26973"/>
                </a:lnTo>
                <a:lnTo>
                  <a:pt x="38150" y="19431"/>
                </a:lnTo>
                <a:lnTo>
                  <a:pt x="36693" y="11990"/>
                </a:lnTo>
                <a:lnTo>
                  <a:pt x="32705" y="5800"/>
                </a:lnTo>
                <a:lnTo>
                  <a:pt x="26760" y="15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323972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667"/>
                </a:lnTo>
                <a:lnTo>
                  <a:pt x="5534" y="32845"/>
                </a:lnTo>
                <a:lnTo>
                  <a:pt x="11690" y="36999"/>
                </a:lnTo>
                <a:lnTo>
                  <a:pt x="19430" y="38519"/>
                </a:lnTo>
                <a:lnTo>
                  <a:pt x="26760" y="36999"/>
                </a:lnTo>
                <a:lnTo>
                  <a:pt x="32705" y="32845"/>
                </a:lnTo>
                <a:lnTo>
                  <a:pt x="36693" y="26667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323972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70"/>
                </a:lnTo>
                <a:lnTo>
                  <a:pt x="5534" y="5807"/>
                </a:lnTo>
                <a:lnTo>
                  <a:pt x="1468" y="12001"/>
                </a:lnTo>
                <a:lnTo>
                  <a:pt x="0" y="19443"/>
                </a:lnTo>
                <a:lnTo>
                  <a:pt x="1468" y="26828"/>
                </a:lnTo>
                <a:lnTo>
                  <a:pt x="5534" y="32896"/>
                </a:lnTo>
                <a:lnTo>
                  <a:pt x="11690" y="37006"/>
                </a:lnTo>
                <a:lnTo>
                  <a:pt x="19430" y="38519"/>
                </a:lnTo>
                <a:lnTo>
                  <a:pt x="26760" y="37006"/>
                </a:lnTo>
                <a:lnTo>
                  <a:pt x="32705" y="32896"/>
                </a:lnTo>
                <a:lnTo>
                  <a:pt x="36693" y="26828"/>
                </a:lnTo>
                <a:lnTo>
                  <a:pt x="38150" y="19443"/>
                </a:lnTo>
                <a:lnTo>
                  <a:pt x="36693" y="12001"/>
                </a:lnTo>
                <a:lnTo>
                  <a:pt x="32705" y="5807"/>
                </a:lnTo>
                <a:lnTo>
                  <a:pt x="26760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323972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672"/>
                </a:lnTo>
                <a:lnTo>
                  <a:pt x="5534" y="32850"/>
                </a:lnTo>
                <a:lnTo>
                  <a:pt x="11690" y="37000"/>
                </a:lnTo>
                <a:lnTo>
                  <a:pt x="19430" y="38519"/>
                </a:lnTo>
                <a:lnTo>
                  <a:pt x="26760" y="37000"/>
                </a:lnTo>
                <a:lnTo>
                  <a:pt x="32705" y="32850"/>
                </a:lnTo>
                <a:lnTo>
                  <a:pt x="36693" y="26672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323972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70"/>
                </a:lnTo>
                <a:lnTo>
                  <a:pt x="5534" y="5807"/>
                </a:lnTo>
                <a:lnTo>
                  <a:pt x="1468" y="12001"/>
                </a:lnTo>
                <a:lnTo>
                  <a:pt x="0" y="19443"/>
                </a:lnTo>
                <a:lnTo>
                  <a:pt x="1468" y="26828"/>
                </a:lnTo>
                <a:lnTo>
                  <a:pt x="5534" y="32896"/>
                </a:lnTo>
                <a:lnTo>
                  <a:pt x="11690" y="37006"/>
                </a:lnTo>
                <a:lnTo>
                  <a:pt x="19430" y="38519"/>
                </a:lnTo>
                <a:lnTo>
                  <a:pt x="26760" y="37006"/>
                </a:lnTo>
                <a:lnTo>
                  <a:pt x="32705" y="32896"/>
                </a:lnTo>
                <a:lnTo>
                  <a:pt x="36693" y="26828"/>
                </a:lnTo>
                <a:lnTo>
                  <a:pt x="38150" y="19443"/>
                </a:lnTo>
                <a:lnTo>
                  <a:pt x="36693" y="12001"/>
                </a:lnTo>
                <a:lnTo>
                  <a:pt x="32705" y="5807"/>
                </a:lnTo>
                <a:lnTo>
                  <a:pt x="26760" y="1570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323972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2"/>
                </a:lnTo>
                <a:lnTo>
                  <a:pt x="5534" y="5491"/>
                </a:lnTo>
                <a:lnTo>
                  <a:pt x="1468" y="11546"/>
                </a:lnTo>
                <a:lnTo>
                  <a:pt x="0" y="19088"/>
                </a:lnTo>
                <a:lnTo>
                  <a:pt x="1468" y="26678"/>
                </a:lnTo>
                <a:lnTo>
                  <a:pt x="5534" y="32851"/>
                </a:lnTo>
                <a:lnTo>
                  <a:pt x="11690" y="37001"/>
                </a:lnTo>
                <a:lnTo>
                  <a:pt x="19430" y="38519"/>
                </a:lnTo>
                <a:lnTo>
                  <a:pt x="26760" y="37001"/>
                </a:lnTo>
                <a:lnTo>
                  <a:pt x="32705" y="32851"/>
                </a:lnTo>
                <a:lnTo>
                  <a:pt x="36693" y="26678"/>
                </a:lnTo>
                <a:lnTo>
                  <a:pt x="38150" y="19088"/>
                </a:lnTo>
                <a:lnTo>
                  <a:pt x="36693" y="11546"/>
                </a:lnTo>
                <a:lnTo>
                  <a:pt x="32705" y="5491"/>
                </a:lnTo>
                <a:lnTo>
                  <a:pt x="26760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323972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2"/>
                </a:lnTo>
                <a:lnTo>
                  <a:pt x="5534" y="5491"/>
                </a:lnTo>
                <a:lnTo>
                  <a:pt x="1468" y="11546"/>
                </a:lnTo>
                <a:lnTo>
                  <a:pt x="0" y="19088"/>
                </a:lnTo>
                <a:lnTo>
                  <a:pt x="1468" y="26530"/>
                </a:lnTo>
                <a:lnTo>
                  <a:pt x="5534" y="32724"/>
                </a:lnTo>
                <a:lnTo>
                  <a:pt x="11690" y="36961"/>
                </a:lnTo>
                <a:lnTo>
                  <a:pt x="19430" y="38531"/>
                </a:lnTo>
                <a:lnTo>
                  <a:pt x="26760" y="36961"/>
                </a:lnTo>
                <a:lnTo>
                  <a:pt x="32705" y="32724"/>
                </a:lnTo>
                <a:lnTo>
                  <a:pt x="36693" y="26530"/>
                </a:lnTo>
                <a:lnTo>
                  <a:pt x="38150" y="19088"/>
                </a:lnTo>
                <a:lnTo>
                  <a:pt x="36693" y="11546"/>
                </a:lnTo>
                <a:lnTo>
                  <a:pt x="32705" y="5491"/>
                </a:lnTo>
                <a:lnTo>
                  <a:pt x="26760" y="146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323972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468"/>
                </a:lnTo>
                <a:lnTo>
                  <a:pt x="5534" y="5534"/>
                </a:lnTo>
                <a:lnTo>
                  <a:pt x="1468" y="11690"/>
                </a:lnTo>
                <a:lnTo>
                  <a:pt x="0" y="19430"/>
                </a:lnTo>
                <a:lnTo>
                  <a:pt x="1468" y="26760"/>
                </a:lnTo>
                <a:lnTo>
                  <a:pt x="5534" y="32705"/>
                </a:lnTo>
                <a:lnTo>
                  <a:pt x="11690" y="36693"/>
                </a:lnTo>
                <a:lnTo>
                  <a:pt x="19430" y="38150"/>
                </a:lnTo>
                <a:lnTo>
                  <a:pt x="26760" y="36693"/>
                </a:lnTo>
                <a:lnTo>
                  <a:pt x="32705" y="32705"/>
                </a:lnTo>
                <a:lnTo>
                  <a:pt x="36693" y="26760"/>
                </a:lnTo>
                <a:lnTo>
                  <a:pt x="38150" y="19430"/>
                </a:lnTo>
                <a:lnTo>
                  <a:pt x="36693" y="11690"/>
                </a:lnTo>
                <a:lnTo>
                  <a:pt x="32705" y="5534"/>
                </a:lnTo>
                <a:lnTo>
                  <a:pt x="26760" y="146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323972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4"/>
                </a:lnTo>
                <a:lnTo>
                  <a:pt x="5534" y="5629"/>
                </a:lnTo>
                <a:lnTo>
                  <a:pt x="1468" y="11701"/>
                </a:lnTo>
                <a:lnTo>
                  <a:pt x="0" y="19088"/>
                </a:lnTo>
                <a:lnTo>
                  <a:pt x="1468" y="26680"/>
                </a:lnTo>
                <a:lnTo>
                  <a:pt x="5534" y="32858"/>
                </a:lnTo>
                <a:lnTo>
                  <a:pt x="11690" y="37011"/>
                </a:lnTo>
                <a:lnTo>
                  <a:pt x="19430" y="38531"/>
                </a:lnTo>
                <a:lnTo>
                  <a:pt x="26760" y="37011"/>
                </a:lnTo>
                <a:lnTo>
                  <a:pt x="32705" y="32858"/>
                </a:lnTo>
                <a:lnTo>
                  <a:pt x="36693" y="26680"/>
                </a:lnTo>
                <a:lnTo>
                  <a:pt x="38150" y="19088"/>
                </a:lnTo>
                <a:lnTo>
                  <a:pt x="36693" y="11701"/>
                </a:lnTo>
                <a:lnTo>
                  <a:pt x="32705" y="5629"/>
                </a:lnTo>
                <a:lnTo>
                  <a:pt x="26760" y="1514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323972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30" y="0"/>
                </a:moveTo>
                <a:lnTo>
                  <a:pt x="11690" y="1518"/>
                </a:lnTo>
                <a:lnTo>
                  <a:pt x="5534" y="5667"/>
                </a:lnTo>
                <a:lnTo>
                  <a:pt x="1468" y="11840"/>
                </a:lnTo>
                <a:lnTo>
                  <a:pt x="0" y="19430"/>
                </a:lnTo>
                <a:lnTo>
                  <a:pt x="1468" y="26973"/>
                </a:lnTo>
                <a:lnTo>
                  <a:pt x="5534" y="33027"/>
                </a:lnTo>
                <a:lnTo>
                  <a:pt x="11690" y="37056"/>
                </a:lnTo>
                <a:lnTo>
                  <a:pt x="19430" y="38519"/>
                </a:lnTo>
                <a:lnTo>
                  <a:pt x="26760" y="37056"/>
                </a:lnTo>
                <a:lnTo>
                  <a:pt x="32705" y="33027"/>
                </a:lnTo>
                <a:lnTo>
                  <a:pt x="36693" y="26973"/>
                </a:lnTo>
                <a:lnTo>
                  <a:pt x="38150" y="19430"/>
                </a:lnTo>
                <a:lnTo>
                  <a:pt x="36693" y="11840"/>
                </a:lnTo>
                <a:lnTo>
                  <a:pt x="32705" y="5667"/>
                </a:lnTo>
                <a:lnTo>
                  <a:pt x="26760" y="1518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323972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30" y="0"/>
                </a:moveTo>
                <a:lnTo>
                  <a:pt x="11690" y="1512"/>
                </a:lnTo>
                <a:lnTo>
                  <a:pt x="5534" y="5622"/>
                </a:lnTo>
                <a:lnTo>
                  <a:pt x="1468" y="11690"/>
                </a:lnTo>
                <a:lnTo>
                  <a:pt x="0" y="19075"/>
                </a:lnTo>
                <a:lnTo>
                  <a:pt x="1468" y="26517"/>
                </a:lnTo>
                <a:lnTo>
                  <a:pt x="5534" y="32712"/>
                </a:lnTo>
                <a:lnTo>
                  <a:pt x="11690" y="36949"/>
                </a:lnTo>
                <a:lnTo>
                  <a:pt x="19430" y="38519"/>
                </a:lnTo>
                <a:lnTo>
                  <a:pt x="26760" y="36949"/>
                </a:lnTo>
                <a:lnTo>
                  <a:pt x="32705" y="32712"/>
                </a:lnTo>
                <a:lnTo>
                  <a:pt x="36693" y="26517"/>
                </a:lnTo>
                <a:lnTo>
                  <a:pt x="38150" y="19075"/>
                </a:lnTo>
                <a:lnTo>
                  <a:pt x="36693" y="11690"/>
                </a:lnTo>
                <a:lnTo>
                  <a:pt x="32705" y="5622"/>
                </a:lnTo>
                <a:lnTo>
                  <a:pt x="26760" y="1512"/>
                </a:lnTo>
                <a:lnTo>
                  <a:pt x="19430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3976410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51" y="0"/>
                </a:moveTo>
                <a:lnTo>
                  <a:pt x="11409" y="1530"/>
                </a:lnTo>
                <a:lnTo>
                  <a:pt x="5354" y="5680"/>
                </a:lnTo>
                <a:lnTo>
                  <a:pt x="1325" y="11853"/>
                </a:lnTo>
                <a:lnTo>
                  <a:pt x="0" y="18732"/>
                </a:lnTo>
                <a:lnTo>
                  <a:pt x="38252" y="18732"/>
                </a:lnTo>
                <a:lnTo>
                  <a:pt x="36874" y="11853"/>
                </a:lnTo>
                <a:lnTo>
                  <a:pt x="32721" y="5680"/>
                </a:lnTo>
                <a:lnTo>
                  <a:pt x="26543" y="1530"/>
                </a:lnTo>
                <a:lnTo>
                  <a:pt x="1895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3976274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835"/>
                </a:lnTo>
                <a:lnTo>
                  <a:pt x="5491" y="32996"/>
                </a:lnTo>
                <a:lnTo>
                  <a:pt x="11546" y="37063"/>
                </a:lnTo>
                <a:lnTo>
                  <a:pt x="19088" y="38531"/>
                </a:lnTo>
                <a:lnTo>
                  <a:pt x="26680" y="37063"/>
                </a:lnTo>
                <a:lnTo>
                  <a:pt x="32858" y="32996"/>
                </a:lnTo>
                <a:lnTo>
                  <a:pt x="37011" y="26835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3976274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68"/>
                </a:lnTo>
                <a:lnTo>
                  <a:pt x="5491" y="5800"/>
                </a:lnTo>
                <a:lnTo>
                  <a:pt x="1462" y="11990"/>
                </a:lnTo>
                <a:lnTo>
                  <a:pt x="0" y="19431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1"/>
                </a:lnTo>
                <a:lnTo>
                  <a:pt x="37011" y="11990"/>
                </a:lnTo>
                <a:lnTo>
                  <a:pt x="32858" y="5800"/>
                </a:lnTo>
                <a:lnTo>
                  <a:pt x="26680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3976274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67"/>
                </a:lnTo>
                <a:lnTo>
                  <a:pt x="5491" y="32845"/>
                </a:lnTo>
                <a:lnTo>
                  <a:pt x="11546" y="36999"/>
                </a:lnTo>
                <a:lnTo>
                  <a:pt x="19088" y="38519"/>
                </a:lnTo>
                <a:lnTo>
                  <a:pt x="26680" y="36999"/>
                </a:lnTo>
                <a:lnTo>
                  <a:pt x="32858" y="32845"/>
                </a:lnTo>
                <a:lnTo>
                  <a:pt x="37011" y="2666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3976274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3976274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672"/>
                </a:lnTo>
                <a:lnTo>
                  <a:pt x="5491" y="32850"/>
                </a:lnTo>
                <a:lnTo>
                  <a:pt x="11546" y="37000"/>
                </a:lnTo>
                <a:lnTo>
                  <a:pt x="19088" y="38519"/>
                </a:lnTo>
                <a:lnTo>
                  <a:pt x="26680" y="37000"/>
                </a:lnTo>
                <a:lnTo>
                  <a:pt x="32858" y="32850"/>
                </a:lnTo>
                <a:lnTo>
                  <a:pt x="37011" y="26672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3976274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70"/>
                </a:lnTo>
                <a:lnTo>
                  <a:pt x="5491" y="5807"/>
                </a:lnTo>
                <a:lnTo>
                  <a:pt x="1462" y="12001"/>
                </a:lnTo>
                <a:lnTo>
                  <a:pt x="0" y="19443"/>
                </a:lnTo>
                <a:lnTo>
                  <a:pt x="1462" y="26828"/>
                </a:lnTo>
                <a:lnTo>
                  <a:pt x="5491" y="32896"/>
                </a:lnTo>
                <a:lnTo>
                  <a:pt x="11546" y="37006"/>
                </a:lnTo>
                <a:lnTo>
                  <a:pt x="19088" y="38519"/>
                </a:lnTo>
                <a:lnTo>
                  <a:pt x="26680" y="37006"/>
                </a:lnTo>
                <a:lnTo>
                  <a:pt x="32858" y="32896"/>
                </a:lnTo>
                <a:lnTo>
                  <a:pt x="37011" y="26828"/>
                </a:lnTo>
                <a:lnTo>
                  <a:pt x="38531" y="19443"/>
                </a:lnTo>
                <a:lnTo>
                  <a:pt x="37011" y="12001"/>
                </a:lnTo>
                <a:lnTo>
                  <a:pt x="32858" y="5807"/>
                </a:lnTo>
                <a:lnTo>
                  <a:pt x="26680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3976274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678"/>
                </a:lnTo>
                <a:lnTo>
                  <a:pt x="5491" y="32851"/>
                </a:lnTo>
                <a:lnTo>
                  <a:pt x="11546" y="37001"/>
                </a:lnTo>
                <a:lnTo>
                  <a:pt x="19088" y="38519"/>
                </a:lnTo>
                <a:lnTo>
                  <a:pt x="26680" y="37001"/>
                </a:lnTo>
                <a:lnTo>
                  <a:pt x="32858" y="32851"/>
                </a:lnTo>
                <a:lnTo>
                  <a:pt x="37011" y="26678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3976274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2"/>
                </a:lnTo>
                <a:lnTo>
                  <a:pt x="5491" y="5491"/>
                </a:lnTo>
                <a:lnTo>
                  <a:pt x="1462" y="11546"/>
                </a:lnTo>
                <a:lnTo>
                  <a:pt x="0" y="19088"/>
                </a:lnTo>
                <a:lnTo>
                  <a:pt x="1462" y="26530"/>
                </a:lnTo>
                <a:lnTo>
                  <a:pt x="5491" y="32724"/>
                </a:lnTo>
                <a:lnTo>
                  <a:pt x="11546" y="36961"/>
                </a:lnTo>
                <a:lnTo>
                  <a:pt x="19088" y="38531"/>
                </a:lnTo>
                <a:lnTo>
                  <a:pt x="26680" y="36961"/>
                </a:lnTo>
                <a:lnTo>
                  <a:pt x="32858" y="32724"/>
                </a:lnTo>
                <a:lnTo>
                  <a:pt x="37011" y="26530"/>
                </a:lnTo>
                <a:lnTo>
                  <a:pt x="38531" y="19088"/>
                </a:lnTo>
                <a:lnTo>
                  <a:pt x="37011" y="11546"/>
                </a:lnTo>
                <a:lnTo>
                  <a:pt x="32858" y="5491"/>
                </a:lnTo>
                <a:lnTo>
                  <a:pt x="26680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3976274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468"/>
                </a:lnTo>
                <a:lnTo>
                  <a:pt x="5491" y="5534"/>
                </a:lnTo>
                <a:lnTo>
                  <a:pt x="1462" y="11690"/>
                </a:lnTo>
                <a:lnTo>
                  <a:pt x="0" y="19430"/>
                </a:lnTo>
                <a:lnTo>
                  <a:pt x="1462" y="26760"/>
                </a:lnTo>
                <a:lnTo>
                  <a:pt x="5491" y="32705"/>
                </a:lnTo>
                <a:lnTo>
                  <a:pt x="11546" y="36693"/>
                </a:lnTo>
                <a:lnTo>
                  <a:pt x="19088" y="38150"/>
                </a:lnTo>
                <a:lnTo>
                  <a:pt x="26680" y="36693"/>
                </a:lnTo>
                <a:lnTo>
                  <a:pt x="32858" y="32705"/>
                </a:lnTo>
                <a:lnTo>
                  <a:pt x="37011" y="26760"/>
                </a:lnTo>
                <a:lnTo>
                  <a:pt x="38531" y="19430"/>
                </a:lnTo>
                <a:lnTo>
                  <a:pt x="37011" y="11690"/>
                </a:lnTo>
                <a:lnTo>
                  <a:pt x="32858" y="5534"/>
                </a:lnTo>
                <a:lnTo>
                  <a:pt x="26680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3976274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4"/>
                </a:lnTo>
                <a:lnTo>
                  <a:pt x="5491" y="5629"/>
                </a:lnTo>
                <a:lnTo>
                  <a:pt x="1462" y="11701"/>
                </a:lnTo>
                <a:lnTo>
                  <a:pt x="0" y="19088"/>
                </a:lnTo>
                <a:lnTo>
                  <a:pt x="1462" y="26680"/>
                </a:lnTo>
                <a:lnTo>
                  <a:pt x="5491" y="32858"/>
                </a:lnTo>
                <a:lnTo>
                  <a:pt x="11546" y="37011"/>
                </a:lnTo>
                <a:lnTo>
                  <a:pt x="19088" y="38531"/>
                </a:lnTo>
                <a:lnTo>
                  <a:pt x="26680" y="37011"/>
                </a:lnTo>
                <a:lnTo>
                  <a:pt x="32858" y="32858"/>
                </a:lnTo>
                <a:lnTo>
                  <a:pt x="37011" y="26680"/>
                </a:lnTo>
                <a:lnTo>
                  <a:pt x="38531" y="19088"/>
                </a:lnTo>
                <a:lnTo>
                  <a:pt x="37011" y="11701"/>
                </a:lnTo>
                <a:lnTo>
                  <a:pt x="32858" y="5629"/>
                </a:lnTo>
                <a:lnTo>
                  <a:pt x="26680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3976274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546" y="1518"/>
                </a:lnTo>
                <a:lnTo>
                  <a:pt x="5491" y="5667"/>
                </a:lnTo>
                <a:lnTo>
                  <a:pt x="1462" y="11840"/>
                </a:lnTo>
                <a:lnTo>
                  <a:pt x="0" y="19430"/>
                </a:lnTo>
                <a:lnTo>
                  <a:pt x="1462" y="26973"/>
                </a:lnTo>
                <a:lnTo>
                  <a:pt x="5491" y="33027"/>
                </a:lnTo>
                <a:lnTo>
                  <a:pt x="11546" y="37056"/>
                </a:lnTo>
                <a:lnTo>
                  <a:pt x="19088" y="38519"/>
                </a:lnTo>
                <a:lnTo>
                  <a:pt x="26680" y="37056"/>
                </a:lnTo>
                <a:lnTo>
                  <a:pt x="32858" y="33027"/>
                </a:lnTo>
                <a:lnTo>
                  <a:pt x="37011" y="26973"/>
                </a:lnTo>
                <a:lnTo>
                  <a:pt x="38531" y="19430"/>
                </a:lnTo>
                <a:lnTo>
                  <a:pt x="37011" y="11840"/>
                </a:lnTo>
                <a:lnTo>
                  <a:pt x="32858" y="5667"/>
                </a:lnTo>
                <a:lnTo>
                  <a:pt x="26680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3976274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546" y="1512"/>
                </a:lnTo>
                <a:lnTo>
                  <a:pt x="5491" y="5622"/>
                </a:lnTo>
                <a:lnTo>
                  <a:pt x="1462" y="11690"/>
                </a:lnTo>
                <a:lnTo>
                  <a:pt x="0" y="19075"/>
                </a:lnTo>
                <a:lnTo>
                  <a:pt x="1462" y="26517"/>
                </a:lnTo>
                <a:lnTo>
                  <a:pt x="5491" y="32712"/>
                </a:lnTo>
                <a:lnTo>
                  <a:pt x="11546" y="36949"/>
                </a:lnTo>
                <a:lnTo>
                  <a:pt x="19088" y="38519"/>
                </a:lnTo>
                <a:lnTo>
                  <a:pt x="26680" y="36949"/>
                </a:lnTo>
                <a:lnTo>
                  <a:pt x="32858" y="32712"/>
                </a:lnTo>
                <a:lnTo>
                  <a:pt x="37011" y="26517"/>
                </a:lnTo>
                <a:lnTo>
                  <a:pt x="38531" y="19075"/>
                </a:lnTo>
                <a:lnTo>
                  <a:pt x="37011" y="11690"/>
                </a:lnTo>
                <a:lnTo>
                  <a:pt x="32858" y="5622"/>
                </a:lnTo>
                <a:lnTo>
                  <a:pt x="26680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4712977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9" y="1530"/>
                </a:lnTo>
                <a:lnTo>
                  <a:pt x="5531" y="5680"/>
                </a:lnTo>
                <a:lnTo>
                  <a:pt x="1377" y="11853"/>
                </a:lnTo>
                <a:lnTo>
                  <a:pt x="0" y="18732"/>
                </a:lnTo>
                <a:lnTo>
                  <a:pt x="38234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5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4712835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835"/>
                </a:lnTo>
                <a:lnTo>
                  <a:pt x="5673" y="32996"/>
                </a:lnTo>
                <a:lnTo>
                  <a:pt x="11851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4712835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68"/>
                </a:lnTo>
                <a:lnTo>
                  <a:pt x="5673" y="5800"/>
                </a:lnTo>
                <a:lnTo>
                  <a:pt x="1520" y="11990"/>
                </a:lnTo>
                <a:lnTo>
                  <a:pt x="0" y="19431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4712835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67"/>
                </a:lnTo>
                <a:lnTo>
                  <a:pt x="5673" y="32845"/>
                </a:lnTo>
                <a:lnTo>
                  <a:pt x="11851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4712835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4712835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672"/>
                </a:lnTo>
                <a:lnTo>
                  <a:pt x="5673" y="32850"/>
                </a:lnTo>
                <a:lnTo>
                  <a:pt x="11851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4712835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70"/>
                </a:lnTo>
                <a:lnTo>
                  <a:pt x="5673" y="5807"/>
                </a:lnTo>
                <a:lnTo>
                  <a:pt x="1520" y="12001"/>
                </a:lnTo>
                <a:lnTo>
                  <a:pt x="0" y="19443"/>
                </a:lnTo>
                <a:lnTo>
                  <a:pt x="1520" y="26828"/>
                </a:lnTo>
                <a:lnTo>
                  <a:pt x="5673" y="32896"/>
                </a:lnTo>
                <a:lnTo>
                  <a:pt x="11851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4712835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678"/>
                </a:lnTo>
                <a:lnTo>
                  <a:pt x="5673" y="32851"/>
                </a:lnTo>
                <a:lnTo>
                  <a:pt x="11851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4712835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2"/>
                </a:lnTo>
                <a:lnTo>
                  <a:pt x="5673" y="5491"/>
                </a:lnTo>
                <a:lnTo>
                  <a:pt x="1520" y="11546"/>
                </a:lnTo>
                <a:lnTo>
                  <a:pt x="0" y="19088"/>
                </a:lnTo>
                <a:lnTo>
                  <a:pt x="1520" y="26530"/>
                </a:lnTo>
                <a:lnTo>
                  <a:pt x="5673" y="32724"/>
                </a:lnTo>
                <a:lnTo>
                  <a:pt x="11851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4712835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468"/>
                </a:lnTo>
                <a:lnTo>
                  <a:pt x="5673" y="5534"/>
                </a:lnTo>
                <a:lnTo>
                  <a:pt x="1520" y="11690"/>
                </a:lnTo>
                <a:lnTo>
                  <a:pt x="0" y="19430"/>
                </a:lnTo>
                <a:lnTo>
                  <a:pt x="1520" y="26760"/>
                </a:lnTo>
                <a:lnTo>
                  <a:pt x="5673" y="32705"/>
                </a:lnTo>
                <a:lnTo>
                  <a:pt x="11851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4712835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4"/>
                </a:lnTo>
                <a:lnTo>
                  <a:pt x="5673" y="5629"/>
                </a:lnTo>
                <a:lnTo>
                  <a:pt x="1520" y="11701"/>
                </a:lnTo>
                <a:lnTo>
                  <a:pt x="0" y="19088"/>
                </a:lnTo>
                <a:lnTo>
                  <a:pt x="1520" y="26680"/>
                </a:lnTo>
                <a:lnTo>
                  <a:pt x="5673" y="32858"/>
                </a:lnTo>
                <a:lnTo>
                  <a:pt x="11851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4712835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51" y="1518"/>
                </a:lnTo>
                <a:lnTo>
                  <a:pt x="5673" y="5667"/>
                </a:lnTo>
                <a:lnTo>
                  <a:pt x="1520" y="11840"/>
                </a:lnTo>
                <a:lnTo>
                  <a:pt x="0" y="19430"/>
                </a:lnTo>
                <a:lnTo>
                  <a:pt x="1520" y="26973"/>
                </a:lnTo>
                <a:lnTo>
                  <a:pt x="5673" y="33027"/>
                </a:lnTo>
                <a:lnTo>
                  <a:pt x="11851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4712835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51" y="1512"/>
                </a:lnTo>
                <a:lnTo>
                  <a:pt x="5673" y="5622"/>
                </a:lnTo>
                <a:lnTo>
                  <a:pt x="1520" y="11690"/>
                </a:lnTo>
                <a:lnTo>
                  <a:pt x="0" y="19075"/>
                </a:lnTo>
                <a:lnTo>
                  <a:pt x="1520" y="26517"/>
                </a:lnTo>
                <a:lnTo>
                  <a:pt x="5673" y="32712"/>
                </a:lnTo>
                <a:lnTo>
                  <a:pt x="11851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5449539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8946" y="0"/>
                </a:moveTo>
                <a:lnTo>
                  <a:pt x="11559" y="1530"/>
                </a:lnTo>
                <a:lnTo>
                  <a:pt x="5487" y="5680"/>
                </a:lnTo>
                <a:lnTo>
                  <a:pt x="1372" y="11853"/>
                </a:lnTo>
                <a:lnTo>
                  <a:pt x="0" y="18732"/>
                </a:lnTo>
                <a:lnTo>
                  <a:pt x="38230" y="18732"/>
                </a:lnTo>
                <a:lnTo>
                  <a:pt x="36809" y="11853"/>
                </a:lnTo>
                <a:lnTo>
                  <a:pt x="32576" y="5680"/>
                </a:lnTo>
                <a:lnTo>
                  <a:pt x="26386" y="1530"/>
                </a:lnTo>
                <a:lnTo>
                  <a:pt x="18946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5449398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835"/>
                </a:lnTo>
                <a:lnTo>
                  <a:pt x="5629" y="32996"/>
                </a:lnTo>
                <a:lnTo>
                  <a:pt x="11701" y="37063"/>
                </a:lnTo>
                <a:lnTo>
                  <a:pt x="19088" y="38531"/>
                </a:lnTo>
                <a:lnTo>
                  <a:pt x="26528" y="37063"/>
                </a:lnTo>
                <a:lnTo>
                  <a:pt x="32718" y="32996"/>
                </a:lnTo>
                <a:lnTo>
                  <a:pt x="36951" y="26835"/>
                </a:lnTo>
                <a:lnTo>
                  <a:pt x="38519" y="19088"/>
                </a:lnTo>
                <a:lnTo>
                  <a:pt x="36951" y="11701"/>
                </a:lnTo>
                <a:lnTo>
                  <a:pt x="32718" y="5629"/>
                </a:lnTo>
                <a:lnTo>
                  <a:pt x="2652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5449398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68"/>
                </a:lnTo>
                <a:lnTo>
                  <a:pt x="5629" y="5800"/>
                </a:lnTo>
                <a:lnTo>
                  <a:pt x="1514" y="11990"/>
                </a:lnTo>
                <a:lnTo>
                  <a:pt x="0" y="19431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528" y="37056"/>
                </a:lnTo>
                <a:lnTo>
                  <a:pt x="32718" y="33027"/>
                </a:lnTo>
                <a:lnTo>
                  <a:pt x="36951" y="26973"/>
                </a:lnTo>
                <a:lnTo>
                  <a:pt x="38519" y="19431"/>
                </a:lnTo>
                <a:lnTo>
                  <a:pt x="36951" y="11990"/>
                </a:lnTo>
                <a:lnTo>
                  <a:pt x="32718" y="5800"/>
                </a:lnTo>
                <a:lnTo>
                  <a:pt x="26528" y="15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5449398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67"/>
                </a:lnTo>
                <a:lnTo>
                  <a:pt x="5629" y="32845"/>
                </a:lnTo>
                <a:lnTo>
                  <a:pt x="11701" y="36999"/>
                </a:lnTo>
                <a:lnTo>
                  <a:pt x="19088" y="38519"/>
                </a:lnTo>
                <a:lnTo>
                  <a:pt x="26528" y="36999"/>
                </a:lnTo>
                <a:lnTo>
                  <a:pt x="32718" y="32845"/>
                </a:lnTo>
                <a:lnTo>
                  <a:pt x="36951" y="26667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5449398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528" y="37006"/>
                </a:lnTo>
                <a:lnTo>
                  <a:pt x="32718" y="32896"/>
                </a:lnTo>
                <a:lnTo>
                  <a:pt x="36951" y="26828"/>
                </a:lnTo>
                <a:lnTo>
                  <a:pt x="38519" y="19443"/>
                </a:lnTo>
                <a:lnTo>
                  <a:pt x="36951" y="12001"/>
                </a:lnTo>
                <a:lnTo>
                  <a:pt x="32718" y="5807"/>
                </a:lnTo>
                <a:lnTo>
                  <a:pt x="2652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5449398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672"/>
                </a:lnTo>
                <a:lnTo>
                  <a:pt x="5629" y="32850"/>
                </a:lnTo>
                <a:lnTo>
                  <a:pt x="11701" y="37000"/>
                </a:lnTo>
                <a:lnTo>
                  <a:pt x="19088" y="38519"/>
                </a:lnTo>
                <a:lnTo>
                  <a:pt x="26528" y="37000"/>
                </a:lnTo>
                <a:lnTo>
                  <a:pt x="32718" y="32850"/>
                </a:lnTo>
                <a:lnTo>
                  <a:pt x="36951" y="26672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5449398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70"/>
                </a:lnTo>
                <a:lnTo>
                  <a:pt x="5629" y="5807"/>
                </a:lnTo>
                <a:lnTo>
                  <a:pt x="1514" y="12001"/>
                </a:lnTo>
                <a:lnTo>
                  <a:pt x="0" y="19443"/>
                </a:lnTo>
                <a:lnTo>
                  <a:pt x="1514" y="26828"/>
                </a:lnTo>
                <a:lnTo>
                  <a:pt x="5629" y="32896"/>
                </a:lnTo>
                <a:lnTo>
                  <a:pt x="11701" y="37006"/>
                </a:lnTo>
                <a:lnTo>
                  <a:pt x="19088" y="38519"/>
                </a:lnTo>
                <a:lnTo>
                  <a:pt x="26528" y="37006"/>
                </a:lnTo>
                <a:lnTo>
                  <a:pt x="32718" y="32896"/>
                </a:lnTo>
                <a:lnTo>
                  <a:pt x="36951" y="26828"/>
                </a:lnTo>
                <a:lnTo>
                  <a:pt x="38519" y="19443"/>
                </a:lnTo>
                <a:lnTo>
                  <a:pt x="36951" y="12001"/>
                </a:lnTo>
                <a:lnTo>
                  <a:pt x="32718" y="5807"/>
                </a:lnTo>
                <a:lnTo>
                  <a:pt x="26528" y="1570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5449398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678"/>
                </a:lnTo>
                <a:lnTo>
                  <a:pt x="5629" y="32851"/>
                </a:lnTo>
                <a:lnTo>
                  <a:pt x="11701" y="37001"/>
                </a:lnTo>
                <a:lnTo>
                  <a:pt x="19088" y="38519"/>
                </a:lnTo>
                <a:lnTo>
                  <a:pt x="26528" y="37001"/>
                </a:lnTo>
                <a:lnTo>
                  <a:pt x="32718" y="32851"/>
                </a:lnTo>
                <a:lnTo>
                  <a:pt x="36951" y="26678"/>
                </a:lnTo>
                <a:lnTo>
                  <a:pt x="38519" y="19088"/>
                </a:lnTo>
                <a:lnTo>
                  <a:pt x="36951" y="11546"/>
                </a:lnTo>
                <a:lnTo>
                  <a:pt x="32718" y="5491"/>
                </a:lnTo>
                <a:lnTo>
                  <a:pt x="2652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5449398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2"/>
                </a:lnTo>
                <a:lnTo>
                  <a:pt x="5629" y="5491"/>
                </a:lnTo>
                <a:lnTo>
                  <a:pt x="1514" y="11546"/>
                </a:lnTo>
                <a:lnTo>
                  <a:pt x="0" y="19088"/>
                </a:lnTo>
                <a:lnTo>
                  <a:pt x="1514" y="26530"/>
                </a:lnTo>
                <a:lnTo>
                  <a:pt x="5629" y="32724"/>
                </a:lnTo>
                <a:lnTo>
                  <a:pt x="11701" y="36961"/>
                </a:lnTo>
                <a:lnTo>
                  <a:pt x="19088" y="38531"/>
                </a:lnTo>
                <a:lnTo>
                  <a:pt x="26528" y="36961"/>
                </a:lnTo>
                <a:lnTo>
                  <a:pt x="32718" y="32724"/>
                </a:lnTo>
                <a:lnTo>
                  <a:pt x="36951" y="26530"/>
                </a:lnTo>
                <a:lnTo>
                  <a:pt x="38519" y="19088"/>
                </a:lnTo>
                <a:lnTo>
                  <a:pt x="36951" y="11546"/>
                </a:lnTo>
                <a:lnTo>
                  <a:pt x="32718" y="5491"/>
                </a:lnTo>
                <a:lnTo>
                  <a:pt x="26528" y="146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5449398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468"/>
                </a:lnTo>
                <a:lnTo>
                  <a:pt x="5629" y="5534"/>
                </a:lnTo>
                <a:lnTo>
                  <a:pt x="1514" y="11690"/>
                </a:lnTo>
                <a:lnTo>
                  <a:pt x="0" y="19430"/>
                </a:lnTo>
                <a:lnTo>
                  <a:pt x="1514" y="26760"/>
                </a:lnTo>
                <a:lnTo>
                  <a:pt x="5629" y="32705"/>
                </a:lnTo>
                <a:lnTo>
                  <a:pt x="11701" y="36693"/>
                </a:lnTo>
                <a:lnTo>
                  <a:pt x="19088" y="38150"/>
                </a:lnTo>
                <a:lnTo>
                  <a:pt x="26528" y="36693"/>
                </a:lnTo>
                <a:lnTo>
                  <a:pt x="32718" y="32705"/>
                </a:lnTo>
                <a:lnTo>
                  <a:pt x="36951" y="26760"/>
                </a:lnTo>
                <a:lnTo>
                  <a:pt x="38519" y="19430"/>
                </a:lnTo>
                <a:lnTo>
                  <a:pt x="36951" y="11690"/>
                </a:lnTo>
                <a:lnTo>
                  <a:pt x="32718" y="5534"/>
                </a:lnTo>
                <a:lnTo>
                  <a:pt x="26528" y="146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5449398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4"/>
                </a:lnTo>
                <a:lnTo>
                  <a:pt x="5629" y="5629"/>
                </a:lnTo>
                <a:lnTo>
                  <a:pt x="1514" y="11701"/>
                </a:lnTo>
                <a:lnTo>
                  <a:pt x="0" y="19088"/>
                </a:lnTo>
                <a:lnTo>
                  <a:pt x="1514" y="26680"/>
                </a:lnTo>
                <a:lnTo>
                  <a:pt x="5629" y="32858"/>
                </a:lnTo>
                <a:lnTo>
                  <a:pt x="11701" y="37011"/>
                </a:lnTo>
                <a:lnTo>
                  <a:pt x="19088" y="38531"/>
                </a:lnTo>
                <a:lnTo>
                  <a:pt x="26528" y="37011"/>
                </a:lnTo>
                <a:lnTo>
                  <a:pt x="32718" y="32858"/>
                </a:lnTo>
                <a:lnTo>
                  <a:pt x="36951" y="26680"/>
                </a:lnTo>
                <a:lnTo>
                  <a:pt x="38519" y="19088"/>
                </a:lnTo>
                <a:lnTo>
                  <a:pt x="36951" y="11701"/>
                </a:lnTo>
                <a:lnTo>
                  <a:pt x="32718" y="5629"/>
                </a:lnTo>
                <a:lnTo>
                  <a:pt x="26528" y="1514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5449398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088" y="0"/>
                </a:moveTo>
                <a:lnTo>
                  <a:pt x="11701" y="1518"/>
                </a:lnTo>
                <a:lnTo>
                  <a:pt x="5629" y="5667"/>
                </a:lnTo>
                <a:lnTo>
                  <a:pt x="1514" y="11840"/>
                </a:lnTo>
                <a:lnTo>
                  <a:pt x="0" y="19430"/>
                </a:lnTo>
                <a:lnTo>
                  <a:pt x="1514" y="26973"/>
                </a:lnTo>
                <a:lnTo>
                  <a:pt x="5629" y="33027"/>
                </a:lnTo>
                <a:lnTo>
                  <a:pt x="11701" y="37056"/>
                </a:lnTo>
                <a:lnTo>
                  <a:pt x="19088" y="38519"/>
                </a:lnTo>
                <a:lnTo>
                  <a:pt x="26528" y="37056"/>
                </a:lnTo>
                <a:lnTo>
                  <a:pt x="32718" y="33027"/>
                </a:lnTo>
                <a:lnTo>
                  <a:pt x="36951" y="26973"/>
                </a:lnTo>
                <a:lnTo>
                  <a:pt x="38519" y="19430"/>
                </a:lnTo>
                <a:lnTo>
                  <a:pt x="36951" y="11840"/>
                </a:lnTo>
                <a:lnTo>
                  <a:pt x="32718" y="5667"/>
                </a:lnTo>
                <a:lnTo>
                  <a:pt x="26528" y="1518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5449398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088" y="0"/>
                </a:moveTo>
                <a:lnTo>
                  <a:pt x="11701" y="1512"/>
                </a:lnTo>
                <a:lnTo>
                  <a:pt x="5629" y="5622"/>
                </a:lnTo>
                <a:lnTo>
                  <a:pt x="1514" y="11690"/>
                </a:lnTo>
                <a:lnTo>
                  <a:pt x="0" y="19075"/>
                </a:lnTo>
                <a:lnTo>
                  <a:pt x="1514" y="26517"/>
                </a:lnTo>
                <a:lnTo>
                  <a:pt x="5629" y="32712"/>
                </a:lnTo>
                <a:lnTo>
                  <a:pt x="11701" y="36949"/>
                </a:lnTo>
                <a:lnTo>
                  <a:pt x="19088" y="38519"/>
                </a:lnTo>
                <a:lnTo>
                  <a:pt x="26528" y="36949"/>
                </a:lnTo>
                <a:lnTo>
                  <a:pt x="32718" y="32712"/>
                </a:lnTo>
                <a:lnTo>
                  <a:pt x="36951" y="26517"/>
                </a:lnTo>
                <a:lnTo>
                  <a:pt x="38519" y="19075"/>
                </a:lnTo>
                <a:lnTo>
                  <a:pt x="36951" y="11690"/>
                </a:lnTo>
                <a:lnTo>
                  <a:pt x="32718" y="5622"/>
                </a:lnTo>
                <a:lnTo>
                  <a:pt x="26528" y="1512"/>
                </a:lnTo>
                <a:lnTo>
                  <a:pt x="19088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6186101" y="9124912"/>
            <a:ext cx="38735" cy="19050"/>
          </a:xfrm>
          <a:custGeom>
            <a:avLst/>
            <a:gdLst/>
            <a:ahLst/>
            <a:cxnLst/>
            <a:rect l="l" t="t" r="r" b="b"/>
            <a:pathLst>
              <a:path w="38734" h="19050">
                <a:moveTo>
                  <a:pt x="19301" y="0"/>
                </a:moveTo>
                <a:lnTo>
                  <a:pt x="11703" y="1530"/>
                </a:lnTo>
                <a:lnTo>
                  <a:pt x="5526" y="5680"/>
                </a:lnTo>
                <a:lnTo>
                  <a:pt x="1375" y="11853"/>
                </a:lnTo>
                <a:lnTo>
                  <a:pt x="0" y="18732"/>
                </a:lnTo>
                <a:lnTo>
                  <a:pt x="38235" y="18732"/>
                </a:lnTo>
                <a:lnTo>
                  <a:pt x="36864" y="11853"/>
                </a:lnTo>
                <a:lnTo>
                  <a:pt x="32753" y="5680"/>
                </a:lnTo>
                <a:lnTo>
                  <a:pt x="26686" y="1530"/>
                </a:lnTo>
                <a:lnTo>
                  <a:pt x="19301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6185959" y="83879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4"/>
                </a:lnTo>
                <a:lnTo>
                  <a:pt x="5668" y="5629"/>
                </a:lnTo>
                <a:lnTo>
                  <a:pt x="1518" y="11701"/>
                </a:lnTo>
                <a:lnTo>
                  <a:pt x="0" y="19088"/>
                </a:lnTo>
                <a:lnTo>
                  <a:pt x="1518" y="26835"/>
                </a:lnTo>
                <a:lnTo>
                  <a:pt x="5668" y="32996"/>
                </a:lnTo>
                <a:lnTo>
                  <a:pt x="11846" y="37063"/>
                </a:lnTo>
                <a:lnTo>
                  <a:pt x="19443" y="38531"/>
                </a:lnTo>
                <a:lnTo>
                  <a:pt x="26828" y="37063"/>
                </a:lnTo>
                <a:lnTo>
                  <a:pt x="32896" y="32996"/>
                </a:lnTo>
                <a:lnTo>
                  <a:pt x="37006" y="26835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6185959" y="76514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68"/>
                </a:lnTo>
                <a:lnTo>
                  <a:pt x="5668" y="5800"/>
                </a:lnTo>
                <a:lnTo>
                  <a:pt x="1518" y="11990"/>
                </a:lnTo>
                <a:lnTo>
                  <a:pt x="0" y="19431"/>
                </a:lnTo>
                <a:lnTo>
                  <a:pt x="1518" y="26973"/>
                </a:lnTo>
                <a:lnTo>
                  <a:pt x="5668" y="33027"/>
                </a:lnTo>
                <a:lnTo>
                  <a:pt x="11846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1"/>
                </a:lnTo>
                <a:lnTo>
                  <a:pt x="37006" y="11990"/>
                </a:lnTo>
                <a:lnTo>
                  <a:pt x="32896" y="5800"/>
                </a:lnTo>
                <a:lnTo>
                  <a:pt x="26828" y="15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6185959" y="69148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667"/>
                </a:lnTo>
                <a:lnTo>
                  <a:pt x="5668" y="32845"/>
                </a:lnTo>
                <a:lnTo>
                  <a:pt x="11846" y="36999"/>
                </a:lnTo>
                <a:lnTo>
                  <a:pt x="19443" y="38519"/>
                </a:lnTo>
                <a:lnTo>
                  <a:pt x="26828" y="36999"/>
                </a:lnTo>
                <a:lnTo>
                  <a:pt x="32896" y="32845"/>
                </a:lnTo>
                <a:lnTo>
                  <a:pt x="37006" y="2666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6185959" y="617832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70"/>
                </a:lnTo>
                <a:lnTo>
                  <a:pt x="5668" y="5807"/>
                </a:lnTo>
                <a:lnTo>
                  <a:pt x="1518" y="12001"/>
                </a:lnTo>
                <a:lnTo>
                  <a:pt x="0" y="19443"/>
                </a:lnTo>
                <a:lnTo>
                  <a:pt x="1518" y="26828"/>
                </a:lnTo>
                <a:lnTo>
                  <a:pt x="5668" y="32896"/>
                </a:lnTo>
                <a:lnTo>
                  <a:pt x="11846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6185959" y="5441759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672"/>
                </a:lnTo>
                <a:lnTo>
                  <a:pt x="5668" y="32850"/>
                </a:lnTo>
                <a:lnTo>
                  <a:pt x="11846" y="37000"/>
                </a:lnTo>
                <a:lnTo>
                  <a:pt x="19443" y="38519"/>
                </a:lnTo>
                <a:lnTo>
                  <a:pt x="26828" y="37000"/>
                </a:lnTo>
                <a:lnTo>
                  <a:pt x="32896" y="32850"/>
                </a:lnTo>
                <a:lnTo>
                  <a:pt x="37006" y="26672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6185959" y="4705197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70"/>
                </a:lnTo>
                <a:lnTo>
                  <a:pt x="5668" y="5807"/>
                </a:lnTo>
                <a:lnTo>
                  <a:pt x="1518" y="12001"/>
                </a:lnTo>
                <a:lnTo>
                  <a:pt x="0" y="19443"/>
                </a:lnTo>
                <a:lnTo>
                  <a:pt x="1518" y="26828"/>
                </a:lnTo>
                <a:lnTo>
                  <a:pt x="5668" y="32896"/>
                </a:lnTo>
                <a:lnTo>
                  <a:pt x="11846" y="37006"/>
                </a:lnTo>
                <a:lnTo>
                  <a:pt x="19443" y="38519"/>
                </a:lnTo>
                <a:lnTo>
                  <a:pt x="26828" y="37006"/>
                </a:lnTo>
                <a:lnTo>
                  <a:pt x="32896" y="32896"/>
                </a:lnTo>
                <a:lnTo>
                  <a:pt x="37006" y="26828"/>
                </a:lnTo>
                <a:lnTo>
                  <a:pt x="38519" y="19443"/>
                </a:lnTo>
                <a:lnTo>
                  <a:pt x="37006" y="12001"/>
                </a:lnTo>
                <a:lnTo>
                  <a:pt x="32896" y="5807"/>
                </a:lnTo>
                <a:lnTo>
                  <a:pt x="26828" y="1570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6185959" y="396863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2"/>
                </a:lnTo>
                <a:lnTo>
                  <a:pt x="5668" y="5491"/>
                </a:lnTo>
                <a:lnTo>
                  <a:pt x="1518" y="11546"/>
                </a:lnTo>
                <a:lnTo>
                  <a:pt x="0" y="19088"/>
                </a:lnTo>
                <a:lnTo>
                  <a:pt x="1518" y="26678"/>
                </a:lnTo>
                <a:lnTo>
                  <a:pt x="5668" y="32851"/>
                </a:lnTo>
                <a:lnTo>
                  <a:pt x="11846" y="37001"/>
                </a:lnTo>
                <a:lnTo>
                  <a:pt x="19443" y="38519"/>
                </a:lnTo>
                <a:lnTo>
                  <a:pt x="26828" y="37001"/>
                </a:lnTo>
                <a:lnTo>
                  <a:pt x="32896" y="32851"/>
                </a:lnTo>
                <a:lnTo>
                  <a:pt x="37006" y="26678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6185959" y="323207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2"/>
                </a:lnTo>
                <a:lnTo>
                  <a:pt x="5668" y="5491"/>
                </a:lnTo>
                <a:lnTo>
                  <a:pt x="1518" y="11546"/>
                </a:lnTo>
                <a:lnTo>
                  <a:pt x="0" y="19088"/>
                </a:lnTo>
                <a:lnTo>
                  <a:pt x="1518" y="26530"/>
                </a:lnTo>
                <a:lnTo>
                  <a:pt x="5668" y="32724"/>
                </a:lnTo>
                <a:lnTo>
                  <a:pt x="11846" y="36961"/>
                </a:lnTo>
                <a:lnTo>
                  <a:pt x="19443" y="38531"/>
                </a:lnTo>
                <a:lnTo>
                  <a:pt x="26828" y="36961"/>
                </a:lnTo>
                <a:lnTo>
                  <a:pt x="32896" y="32724"/>
                </a:lnTo>
                <a:lnTo>
                  <a:pt x="37006" y="26530"/>
                </a:lnTo>
                <a:lnTo>
                  <a:pt x="38519" y="19088"/>
                </a:lnTo>
                <a:lnTo>
                  <a:pt x="37006" y="11546"/>
                </a:lnTo>
                <a:lnTo>
                  <a:pt x="32896" y="5491"/>
                </a:lnTo>
                <a:lnTo>
                  <a:pt x="26828" y="146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6185959" y="249552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468"/>
                </a:lnTo>
                <a:lnTo>
                  <a:pt x="5668" y="5534"/>
                </a:lnTo>
                <a:lnTo>
                  <a:pt x="1518" y="11690"/>
                </a:lnTo>
                <a:lnTo>
                  <a:pt x="0" y="19430"/>
                </a:lnTo>
                <a:lnTo>
                  <a:pt x="1518" y="26760"/>
                </a:lnTo>
                <a:lnTo>
                  <a:pt x="5668" y="32705"/>
                </a:lnTo>
                <a:lnTo>
                  <a:pt x="11846" y="36693"/>
                </a:lnTo>
                <a:lnTo>
                  <a:pt x="19443" y="38150"/>
                </a:lnTo>
                <a:lnTo>
                  <a:pt x="26828" y="36693"/>
                </a:lnTo>
                <a:lnTo>
                  <a:pt x="32896" y="32705"/>
                </a:lnTo>
                <a:lnTo>
                  <a:pt x="37006" y="26760"/>
                </a:lnTo>
                <a:lnTo>
                  <a:pt x="38519" y="19430"/>
                </a:lnTo>
                <a:lnTo>
                  <a:pt x="37006" y="11690"/>
                </a:lnTo>
                <a:lnTo>
                  <a:pt x="32896" y="5534"/>
                </a:lnTo>
                <a:lnTo>
                  <a:pt x="26828" y="146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16185959" y="1758594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4"/>
                </a:lnTo>
                <a:lnTo>
                  <a:pt x="5668" y="5629"/>
                </a:lnTo>
                <a:lnTo>
                  <a:pt x="1518" y="11701"/>
                </a:lnTo>
                <a:lnTo>
                  <a:pt x="0" y="19088"/>
                </a:lnTo>
                <a:lnTo>
                  <a:pt x="1518" y="26680"/>
                </a:lnTo>
                <a:lnTo>
                  <a:pt x="5668" y="32858"/>
                </a:lnTo>
                <a:lnTo>
                  <a:pt x="11846" y="37011"/>
                </a:lnTo>
                <a:lnTo>
                  <a:pt x="19443" y="38531"/>
                </a:lnTo>
                <a:lnTo>
                  <a:pt x="26828" y="37011"/>
                </a:lnTo>
                <a:lnTo>
                  <a:pt x="32896" y="32858"/>
                </a:lnTo>
                <a:lnTo>
                  <a:pt x="37006" y="26680"/>
                </a:lnTo>
                <a:lnTo>
                  <a:pt x="38519" y="19088"/>
                </a:lnTo>
                <a:lnTo>
                  <a:pt x="37006" y="11701"/>
                </a:lnTo>
                <a:lnTo>
                  <a:pt x="32896" y="5629"/>
                </a:lnTo>
                <a:lnTo>
                  <a:pt x="26828" y="1514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16185959" y="102204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4">
                <a:moveTo>
                  <a:pt x="19443" y="0"/>
                </a:moveTo>
                <a:lnTo>
                  <a:pt x="11846" y="1518"/>
                </a:lnTo>
                <a:lnTo>
                  <a:pt x="5668" y="5667"/>
                </a:lnTo>
                <a:lnTo>
                  <a:pt x="1518" y="11840"/>
                </a:lnTo>
                <a:lnTo>
                  <a:pt x="0" y="19430"/>
                </a:lnTo>
                <a:lnTo>
                  <a:pt x="1518" y="26973"/>
                </a:lnTo>
                <a:lnTo>
                  <a:pt x="5668" y="33027"/>
                </a:lnTo>
                <a:lnTo>
                  <a:pt x="11846" y="37056"/>
                </a:lnTo>
                <a:lnTo>
                  <a:pt x="19443" y="38519"/>
                </a:lnTo>
                <a:lnTo>
                  <a:pt x="26828" y="37056"/>
                </a:lnTo>
                <a:lnTo>
                  <a:pt x="32896" y="33027"/>
                </a:lnTo>
                <a:lnTo>
                  <a:pt x="37006" y="26973"/>
                </a:lnTo>
                <a:lnTo>
                  <a:pt x="38519" y="19430"/>
                </a:lnTo>
                <a:lnTo>
                  <a:pt x="37006" y="11840"/>
                </a:lnTo>
                <a:lnTo>
                  <a:pt x="32896" y="5667"/>
                </a:lnTo>
                <a:lnTo>
                  <a:pt x="26828" y="1518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16185959" y="28548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19443" y="0"/>
                </a:moveTo>
                <a:lnTo>
                  <a:pt x="11846" y="1512"/>
                </a:lnTo>
                <a:lnTo>
                  <a:pt x="5668" y="5622"/>
                </a:lnTo>
                <a:lnTo>
                  <a:pt x="1518" y="11690"/>
                </a:lnTo>
                <a:lnTo>
                  <a:pt x="0" y="19075"/>
                </a:lnTo>
                <a:lnTo>
                  <a:pt x="1518" y="26517"/>
                </a:lnTo>
                <a:lnTo>
                  <a:pt x="5668" y="32712"/>
                </a:lnTo>
                <a:lnTo>
                  <a:pt x="11846" y="36949"/>
                </a:lnTo>
                <a:lnTo>
                  <a:pt x="19443" y="38519"/>
                </a:lnTo>
                <a:lnTo>
                  <a:pt x="26828" y="36949"/>
                </a:lnTo>
                <a:lnTo>
                  <a:pt x="32896" y="32712"/>
                </a:lnTo>
                <a:lnTo>
                  <a:pt x="37006" y="26517"/>
                </a:lnTo>
                <a:lnTo>
                  <a:pt x="38519" y="19075"/>
                </a:lnTo>
                <a:lnTo>
                  <a:pt x="37006" y="11690"/>
                </a:lnTo>
                <a:lnTo>
                  <a:pt x="32896" y="5622"/>
                </a:lnTo>
                <a:lnTo>
                  <a:pt x="26828" y="1512"/>
                </a:lnTo>
                <a:lnTo>
                  <a:pt x="19443" y="0"/>
                </a:lnTo>
                <a:close/>
              </a:path>
            </a:pathLst>
          </a:custGeom>
          <a:solidFill>
            <a:srgbClr val="00C8A5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0" name="object 300"/>
          <p:cNvGrpSpPr/>
          <p:nvPr/>
        </p:nvGrpSpPr>
        <p:grpSpPr>
          <a:xfrm>
            <a:off x="0" y="12"/>
            <a:ext cx="76835" cy="9144635"/>
            <a:chOff x="0" y="12"/>
            <a:chExt cx="76835" cy="9144635"/>
          </a:xfrm>
        </p:grpSpPr>
        <p:sp>
          <p:nvSpPr>
            <p:cNvPr id="301" name="object 301"/>
            <p:cNvSpPr/>
            <p:nvPr/>
          </p:nvSpPr>
          <p:spPr>
            <a:xfrm>
              <a:off x="0" y="89481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0C8A6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0" y="87652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1C5A7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0" y="8582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4C2A9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0" y="83995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6BFAA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0" y="8216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9BDAC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0" y="80337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BBAAD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0" y="78508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0EB7AE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0" y="76680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0B4B0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0" y="74851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3B1B1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0" y="7302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5AEB3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0" y="7119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8ABB4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0" y="6936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AA9B5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0" y="67536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DA6B7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0" y="657072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FA3B8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0" y="63878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2A0BA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0" y="62049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49DBB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0" y="60220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79ABC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0" y="5839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997BE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0" y="5656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C95BF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0" y="54734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2E92C1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0" y="52905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18FC2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0" y="51076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38CC3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0" y="4924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689C5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0" y="47419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886C6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0" y="45590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B83C8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0" y="43761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D80C9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0" y="41932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3F7ECA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0" y="40104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27BCC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0" y="38275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478CD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0" y="36446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775CF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0" y="346176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972D0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0" y="327888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C6FD1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0" y="30960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4E6CD3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0" y="29131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16AD4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0" y="27302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367D6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0" y="25473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664D7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0" y="23644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861D8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0" y="218160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B5EDA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0" y="19987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5D5BDB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0" y="181584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058DD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0" y="16329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256DE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0" y="14500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4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653DF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0" y="12672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750E1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0" y="10843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A4DE2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0" y="90144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C4AE4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0" y="71856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6F47E5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0" y="535686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144E6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0" y="35280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442E8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0" y="169925"/>
              <a:ext cx="76835" cy="196215"/>
            </a:xfrm>
            <a:custGeom>
              <a:avLst/>
              <a:gdLst/>
              <a:ahLst/>
              <a:cxnLst/>
              <a:rect l="l" t="t" r="r" b="b"/>
              <a:pathLst>
                <a:path w="76835" h="196215">
                  <a:moveTo>
                    <a:pt x="76314" y="0"/>
                  </a:moveTo>
                  <a:lnTo>
                    <a:pt x="0" y="0"/>
                  </a:lnTo>
                  <a:lnTo>
                    <a:pt x="0" y="196189"/>
                  </a:lnTo>
                  <a:lnTo>
                    <a:pt x="76314" y="196189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763FE9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0" y="12"/>
              <a:ext cx="76835" cy="183515"/>
            </a:xfrm>
            <a:custGeom>
              <a:avLst/>
              <a:gdLst/>
              <a:ahLst/>
              <a:cxnLst/>
              <a:rect l="l" t="t" r="r" b="b"/>
              <a:pathLst>
                <a:path w="76835" h="183515">
                  <a:moveTo>
                    <a:pt x="0" y="183222"/>
                  </a:moveTo>
                  <a:lnTo>
                    <a:pt x="76314" y="183222"/>
                  </a:lnTo>
                  <a:lnTo>
                    <a:pt x="76314" y="0"/>
                  </a:lnTo>
                  <a:lnTo>
                    <a:pt x="0" y="0"/>
                  </a:lnTo>
                  <a:lnTo>
                    <a:pt x="0" y="183222"/>
                  </a:lnTo>
                  <a:close/>
                </a:path>
              </a:pathLst>
            </a:custGeom>
            <a:solidFill>
              <a:srgbClr val="793CEB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1" name="object 351"/>
          <p:cNvSpPr/>
          <p:nvPr/>
        </p:nvSpPr>
        <p:spPr>
          <a:xfrm>
            <a:off x="6603834" y="2349360"/>
            <a:ext cx="3048635" cy="64135"/>
          </a:xfrm>
          <a:custGeom>
            <a:avLst/>
            <a:gdLst/>
            <a:ahLst/>
            <a:cxnLst/>
            <a:rect l="l" t="t" r="r" b="b"/>
            <a:pathLst>
              <a:path w="3048634" h="64135">
                <a:moveTo>
                  <a:pt x="3022930" y="0"/>
                </a:moveTo>
                <a:lnTo>
                  <a:pt x="25565" y="0"/>
                </a:lnTo>
                <a:lnTo>
                  <a:pt x="15494" y="1963"/>
                </a:lnTo>
                <a:lnTo>
                  <a:pt x="7381" y="7335"/>
                </a:lnTo>
                <a:lnTo>
                  <a:pt x="1969" y="15339"/>
                </a:lnTo>
                <a:lnTo>
                  <a:pt x="0" y="25196"/>
                </a:lnTo>
                <a:lnTo>
                  <a:pt x="0" y="38519"/>
                </a:lnTo>
                <a:lnTo>
                  <a:pt x="1969" y="48381"/>
                </a:lnTo>
                <a:lnTo>
                  <a:pt x="7381" y="56384"/>
                </a:lnTo>
                <a:lnTo>
                  <a:pt x="15494" y="61754"/>
                </a:lnTo>
                <a:lnTo>
                  <a:pt x="25565" y="63715"/>
                </a:lnTo>
                <a:lnTo>
                  <a:pt x="3022930" y="63715"/>
                </a:lnTo>
                <a:lnTo>
                  <a:pt x="3032843" y="61754"/>
                </a:lnTo>
                <a:lnTo>
                  <a:pt x="3040968" y="56384"/>
                </a:lnTo>
                <a:lnTo>
                  <a:pt x="3046463" y="48381"/>
                </a:lnTo>
                <a:lnTo>
                  <a:pt x="3048482" y="38519"/>
                </a:lnTo>
                <a:lnTo>
                  <a:pt x="3048482" y="25196"/>
                </a:lnTo>
                <a:lnTo>
                  <a:pt x="3046463" y="15339"/>
                </a:lnTo>
                <a:lnTo>
                  <a:pt x="3040968" y="7335"/>
                </a:lnTo>
                <a:lnTo>
                  <a:pt x="3032843" y="1963"/>
                </a:lnTo>
                <a:lnTo>
                  <a:pt x="3022930" y="0"/>
                </a:lnTo>
                <a:close/>
              </a:path>
            </a:pathLst>
          </a:custGeom>
          <a:solidFill>
            <a:srgbClr val="00C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 txBox="1">
            <a:spLocks noGrp="1"/>
          </p:cNvSpPr>
          <p:nvPr>
            <p:ph type="title"/>
          </p:nvPr>
        </p:nvSpPr>
        <p:spPr>
          <a:xfrm>
            <a:off x="5861062" y="1004658"/>
            <a:ext cx="453263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0" spc="459" dirty="0"/>
              <a:t>AyuLink</a:t>
            </a:r>
            <a:endParaRPr sz="9000"/>
          </a:p>
        </p:txBody>
      </p:sp>
      <p:grpSp>
        <p:nvGrpSpPr>
          <p:cNvPr id="353" name="object 353"/>
          <p:cNvGrpSpPr/>
          <p:nvPr/>
        </p:nvGrpSpPr>
        <p:grpSpPr>
          <a:xfrm>
            <a:off x="2659325" y="3522964"/>
            <a:ext cx="2619375" cy="1184275"/>
            <a:chOff x="2659325" y="3522964"/>
            <a:chExt cx="2619375" cy="1184275"/>
          </a:xfrm>
        </p:grpSpPr>
        <p:sp>
          <p:nvSpPr>
            <p:cNvPr id="354" name="object 354"/>
            <p:cNvSpPr/>
            <p:nvPr/>
          </p:nvSpPr>
          <p:spPr>
            <a:xfrm>
              <a:off x="2666885" y="3530523"/>
              <a:ext cx="2604135" cy="1169035"/>
            </a:xfrm>
            <a:custGeom>
              <a:avLst/>
              <a:gdLst/>
              <a:ahLst/>
              <a:cxnLst/>
              <a:rect l="l" t="t" r="r" b="b"/>
              <a:pathLst>
                <a:path w="2604135" h="1169035">
                  <a:moveTo>
                    <a:pt x="2476792" y="0"/>
                  </a:moveTo>
                  <a:lnTo>
                    <a:pt x="127076" y="0"/>
                  </a:lnTo>
                  <a:lnTo>
                    <a:pt x="77602" y="9932"/>
                  </a:lnTo>
                  <a:lnTo>
                    <a:pt x="37210" y="37077"/>
                  </a:lnTo>
                  <a:lnTo>
                    <a:pt x="9982" y="77452"/>
                  </a:lnTo>
                  <a:lnTo>
                    <a:pt x="0" y="127076"/>
                  </a:lnTo>
                  <a:lnTo>
                    <a:pt x="0" y="1041831"/>
                  </a:lnTo>
                  <a:lnTo>
                    <a:pt x="9982" y="1091249"/>
                  </a:lnTo>
                  <a:lnTo>
                    <a:pt x="37210" y="1131519"/>
                  </a:lnTo>
                  <a:lnTo>
                    <a:pt x="77602" y="1158624"/>
                  </a:lnTo>
                  <a:lnTo>
                    <a:pt x="127076" y="1168552"/>
                  </a:lnTo>
                  <a:lnTo>
                    <a:pt x="2476792" y="1168552"/>
                  </a:lnTo>
                  <a:lnTo>
                    <a:pt x="2526265" y="1158624"/>
                  </a:lnTo>
                  <a:lnTo>
                    <a:pt x="2566657" y="1131519"/>
                  </a:lnTo>
                  <a:lnTo>
                    <a:pt x="2593885" y="1091249"/>
                  </a:lnTo>
                  <a:lnTo>
                    <a:pt x="2603868" y="1041831"/>
                  </a:lnTo>
                  <a:lnTo>
                    <a:pt x="2603868" y="127076"/>
                  </a:lnTo>
                  <a:lnTo>
                    <a:pt x="2593885" y="77452"/>
                  </a:lnTo>
                  <a:lnTo>
                    <a:pt x="2566657" y="37077"/>
                  </a:lnTo>
                  <a:lnTo>
                    <a:pt x="2526265" y="9932"/>
                  </a:lnTo>
                  <a:lnTo>
                    <a:pt x="2476792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2666885" y="3530523"/>
              <a:ext cx="2604135" cy="1169035"/>
            </a:xfrm>
            <a:custGeom>
              <a:avLst/>
              <a:gdLst/>
              <a:ahLst/>
              <a:cxnLst/>
              <a:rect l="l" t="t" r="r" b="b"/>
              <a:pathLst>
                <a:path w="2604135" h="1169035">
                  <a:moveTo>
                    <a:pt x="127076" y="1168552"/>
                  </a:moveTo>
                  <a:lnTo>
                    <a:pt x="2476792" y="1168552"/>
                  </a:lnTo>
                  <a:lnTo>
                    <a:pt x="2526265" y="1158624"/>
                  </a:lnTo>
                  <a:lnTo>
                    <a:pt x="2566657" y="1131519"/>
                  </a:lnTo>
                  <a:lnTo>
                    <a:pt x="2593885" y="1091249"/>
                  </a:lnTo>
                  <a:lnTo>
                    <a:pt x="2603868" y="1041831"/>
                  </a:lnTo>
                  <a:lnTo>
                    <a:pt x="2603868" y="127076"/>
                  </a:lnTo>
                  <a:lnTo>
                    <a:pt x="2593885" y="77452"/>
                  </a:lnTo>
                  <a:lnTo>
                    <a:pt x="2566657" y="37077"/>
                  </a:lnTo>
                  <a:lnTo>
                    <a:pt x="2526265" y="9932"/>
                  </a:lnTo>
                  <a:lnTo>
                    <a:pt x="2476792" y="0"/>
                  </a:lnTo>
                  <a:lnTo>
                    <a:pt x="127076" y="0"/>
                  </a:lnTo>
                  <a:lnTo>
                    <a:pt x="77602" y="9932"/>
                  </a:lnTo>
                  <a:lnTo>
                    <a:pt x="37210" y="37077"/>
                  </a:lnTo>
                  <a:lnTo>
                    <a:pt x="9982" y="77452"/>
                  </a:lnTo>
                  <a:lnTo>
                    <a:pt x="0" y="127076"/>
                  </a:lnTo>
                  <a:lnTo>
                    <a:pt x="0" y="1041831"/>
                  </a:lnTo>
                  <a:lnTo>
                    <a:pt x="9982" y="1091249"/>
                  </a:lnTo>
                  <a:lnTo>
                    <a:pt x="37210" y="1131519"/>
                  </a:lnTo>
                  <a:lnTo>
                    <a:pt x="77602" y="1158624"/>
                  </a:lnTo>
                  <a:lnTo>
                    <a:pt x="127076" y="1168552"/>
                  </a:lnTo>
                  <a:close/>
                </a:path>
              </a:pathLst>
            </a:custGeom>
            <a:ln w="151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6" name="object 356"/>
          <p:cNvSpPr txBox="1"/>
          <p:nvPr/>
        </p:nvSpPr>
        <p:spPr>
          <a:xfrm>
            <a:off x="5947460" y="2578214"/>
            <a:ext cx="4359275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solidFill>
                  <a:srgbClr val="00C8A6"/>
                </a:solidFill>
                <a:latin typeface="Arial MT"/>
                <a:cs typeface="Arial MT"/>
              </a:rPr>
              <a:t>India's</a:t>
            </a:r>
            <a:r>
              <a:rPr sz="1800" spc="16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00C8A6"/>
                </a:solidFill>
                <a:latin typeface="Arial MT"/>
                <a:cs typeface="Arial MT"/>
              </a:rPr>
              <a:t>Unified</a:t>
            </a:r>
            <a:r>
              <a:rPr sz="1800" spc="160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C8A6"/>
                </a:solidFill>
                <a:latin typeface="Arial MT"/>
                <a:cs typeface="Arial MT"/>
              </a:rPr>
              <a:t>Healthcare</a:t>
            </a:r>
            <a:r>
              <a:rPr sz="1800" spc="16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0C8A6"/>
                </a:solidFill>
                <a:latin typeface="Arial MT"/>
                <a:cs typeface="Arial MT"/>
              </a:rPr>
              <a:t>Infrastructure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135"/>
              </a:spcBef>
            </a:pPr>
            <a:r>
              <a:rPr sz="1300" dirty="0">
                <a:solidFill>
                  <a:srgbClr val="8A939D"/>
                </a:solidFill>
                <a:latin typeface="Arial MT"/>
                <a:cs typeface="Arial MT"/>
              </a:rPr>
              <a:t>Any</a:t>
            </a:r>
            <a:r>
              <a:rPr sz="1300" spc="-5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A939D"/>
                </a:solidFill>
                <a:latin typeface="Arial MT"/>
                <a:cs typeface="Arial MT"/>
              </a:rPr>
              <a:t>patient.</a:t>
            </a:r>
            <a:r>
              <a:rPr sz="1300" spc="-5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A939D"/>
                </a:solidFill>
                <a:latin typeface="Arial MT"/>
                <a:cs typeface="Arial MT"/>
              </a:rPr>
              <a:t>Any</a:t>
            </a:r>
            <a:r>
              <a:rPr sz="1300" spc="-5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A939D"/>
                </a:solidFill>
                <a:latin typeface="Arial MT"/>
                <a:cs typeface="Arial MT"/>
              </a:rPr>
              <a:t>setting.</a:t>
            </a:r>
            <a:r>
              <a:rPr sz="1300" spc="-5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A939D"/>
                </a:solidFill>
                <a:latin typeface="Arial MT"/>
                <a:cs typeface="Arial MT"/>
              </a:rPr>
              <a:t>Zero</a:t>
            </a:r>
            <a:r>
              <a:rPr sz="1300" spc="-5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A939D"/>
                </a:solidFill>
                <a:latin typeface="Arial MT"/>
                <a:cs typeface="Arial MT"/>
              </a:rPr>
              <a:t>internet.</a:t>
            </a:r>
            <a:r>
              <a:rPr sz="1300" spc="-5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8A939D"/>
                </a:solidFill>
                <a:latin typeface="Arial MT"/>
                <a:cs typeface="Arial MT"/>
              </a:rPr>
              <a:t>One</a:t>
            </a:r>
            <a:r>
              <a:rPr sz="1300" spc="-5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8A939D"/>
                </a:solidFill>
                <a:latin typeface="Arial MT"/>
                <a:cs typeface="Arial MT"/>
              </a:rPr>
              <a:t>platform.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57" name="object 357"/>
          <p:cNvGrpSpPr/>
          <p:nvPr/>
        </p:nvGrpSpPr>
        <p:grpSpPr>
          <a:xfrm>
            <a:off x="7104236" y="3522964"/>
            <a:ext cx="2619375" cy="1184275"/>
            <a:chOff x="7104236" y="3522964"/>
            <a:chExt cx="2619375" cy="1184275"/>
          </a:xfrm>
        </p:grpSpPr>
        <p:sp>
          <p:nvSpPr>
            <p:cNvPr id="358" name="object 358"/>
            <p:cNvSpPr/>
            <p:nvPr/>
          </p:nvSpPr>
          <p:spPr>
            <a:xfrm>
              <a:off x="7111796" y="3530523"/>
              <a:ext cx="2604135" cy="1169035"/>
            </a:xfrm>
            <a:custGeom>
              <a:avLst/>
              <a:gdLst/>
              <a:ahLst/>
              <a:cxnLst/>
              <a:rect l="l" t="t" r="r" b="b"/>
              <a:pathLst>
                <a:path w="2604134" h="1169035">
                  <a:moveTo>
                    <a:pt x="2476804" y="0"/>
                  </a:moveTo>
                  <a:lnTo>
                    <a:pt x="127088" y="0"/>
                  </a:lnTo>
                  <a:lnTo>
                    <a:pt x="77613" y="9932"/>
                  </a:lnTo>
                  <a:lnTo>
                    <a:pt x="37217" y="37077"/>
                  </a:lnTo>
                  <a:lnTo>
                    <a:pt x="9984" y="77452"/>
                  </a:lnTo>
                  <a:lnTo>
                    <a:pt x="0" y="127076"/>
                  </a:lnTo>
                  <a:lnTo>
                    <a:pt x="0" y="1041831"/>
                  </a:lnTo>
                  <a:lnTo>
                    <a:pt x="9984" y="1091249"/>
                  </a:lnTo>
                  <a:lnTo>
                    <a:pt x="37217" y="1131519"/>
                  </a:lnTo>
                  <a:lnTo>
                    <a:pt x="77613" y="1158624"/>
                  </a:lnTo>
                  <a:lnTo>
                    <a:pt x="127088" y="1168552"/>
                  </a:lnTo>
                  <a:lnTo>
                    <a:pt x="2476804" y="1168552"/>
                  </a:lnTo>
                  <a:lnTo>
                    <a:pt x="2526273" y="1158624"/>
                  </a:lnTo>
                  <a:lnTo>
                    <a:pt x="2566665" y="1131519"/>
                  </a:lnTo>
                  <a:lnTo>
                    <a:pt x="2593896" y="1091249"/>
                  </a:lnTo>
                  <a:lnTo>
                    <a:pt x="2603880" y="1041831"/>
                  </a:lnTo>
                  <a:lnTo>
                    <a:pt x="2603880" y="127076"/>
                  </a:lnTo>
                  <a:lnTo>
                    <a:pt x="2593896" y="77452"/>
                  </a:lnTo>
                  <a:lnTo>
                    <a:pt x="2566665" y="37077"/>
                  </a:lnTo>
                  <a:lnTo>
                    <a:pt x="2526273" y="9932"/>
                  </a:lnTo>
                  <a:lnTo>
                    <a:pt x="2476804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7111796" y="3530523"/>
              <a:ext cx="2604135" cy="1169035"/>
            </a:xfrm>
            <a:custGeom>
              <a:avLst/>
              <a:gdLst/>
              <a:ahLst/>
              <a:cxnLst/>
              <a:rect l="l" t="t" r="r" b="b"/>
              <a:pathLst>
                <a:path w="2604134" h="1169035">
                  <a:moveTo>
                    <a:pt x="127088" y="1168552"/>
                  </a:moveTo>
                  <a:lnTo>
                    <a:pt x="2476804" y="1168552"/>
                  </a:lnTo>
                  <a:lnTo>
                    <a:pt x="2526273" y="1158624"/>
                  </a:lnTo>
                  <a:lnTo>
                    <a:pt x="2566665" y="1131519"/>
                  </a:lnTo>
                  <a:lnTo>
                    <a:pt x="2593896" y="1091249"/>
                  </a:lnTo>
                  <a:lnTo>
                    <a:pt x="2603880" y="1041831"/>
                  </a:lnTo>
                  <a:lnTo>
                    <a:pt x="2603880" y="127076"/>
                  </a:lnTo>
                  <a:lnTo>
                    <a:pt x="2593896" y="77452"/>
                  </a:lnTo>
                  <a:lnTo>
                    <a:pt x="2566665" y="37077"/>
                  </a:lnTo>
                  <a:lnTo>
                    <a:pt x="2526273" y="9932"/>
                  </a:lnTo>
                  <a:lnTo>
                    <a:pt x="2476804" y="0"/>
                  </a:lnTo>
                  <a:lnTo>
                    <a:pt x="127088" y="0"/>
                  </a:lnTo>
                  <a:lnTo>
                    <a:pt x="77613" y="9932"/>
                  </a:lnTo>
                  <a:lnTo>
                    <a:pt x="37217" y="37077"/>
                  </a:lnTo>
                  <a:lnTo>
                    <a:pt x="9984" y="77452"/>
                  </a:lnTo>
                  <a:lnTo>
                    <a:pt x="0" y="127076"/>
                  </a:lnTo>
                  <a:lnTo>
                    <a:pt x="0" y="1041831"/>
                  </a:lnTo>
                  <a:lnTo>
                    <a:pt x="9984" y="1091249"/>
                  </a:lnTo>
                  <a:lnTo>
                    <a:pt x="37217" y="1131519"/>
                  </a:lnTo>
                  <a:lnTo>
                    <a:pt x="77613" y="1158624"/>
                  </a:lnTo>
                  <a:lnTo>
                    <a:pt x="127088" y="1168552"/>
                  </a:lnTo>
                  <a:close/>
                </a:path>
              </a:pathLst>
            </a:custGeom>
            <a:ln w="1511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0" name="object 360"/>
          <p:cNvSpPr txBox="1"/>
          <p:nvPr/>
        </p:nvSpPr>
        <p:spPr>
          <a:xfrm>
            <a:off x="3196704" y="3721227"/>
            <a:ext cx="973455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C8A6"/>
                </a:solidFill>
                <a:latin typeface="Arial MT"/>
                <a:cs typeface="Arial MT"/>
              </a:rPr>
              <a:t>LoRa</a:t>
            </a:r>
            <a:r>
              <a:rPr sz="1400" spc="12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0C8A6"/>
                </a:solidFill>
                <a:latin typeface="Arial MT"/>
                <a:cs typeface="Arial MT"/>
              </a:rPr>
              <a:t>Mesh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Zero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endParaRPr sz="1000">
              <a:latin typeface="Arial MT"/>
              <a:cs typeface="Arial MT"/>
            </a:endParaRPr>
          </a:p>
          <a:p>
            <a:pPr marL="5715" algn="ctr">
              <a:lnSpc>
                <a:spcPct val="100000"/>
              </a:lnSpc>
              <a:spcBef>
                <a:spcPts val="505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No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towers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8A939D"/>
                </a:solidFill>
                <a:latin typeface="Arial MT"/>
                <a:cs typeface="Arial MT"/>
              </a:rPr>
              <a:t>needed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61" name="object 361"/>
          <p:cNvGrpSpPr/>
          <p:nvPr/>
        </p:nvGrpSpPr>
        <p:grpSpPr>
          <a:xfrm>
            <a:off x="11549160" y="3522964"/>
            <a:ext cx="2619375" cy="1184275"/>
            <a:chOff x="11549160" y="3522964"/>
            <a:chExt cx="2619375" cy="1184275"/>
          </a:xfrm>
        </p:grpSpPr>
        <p:sp>
          <p:nvSpPr>
            <p:cNvPr id="362" name="object 362"/>
            <p:cNvSpPr/>
            <p:nvPr/>
          </p:nvSpPr>
          <p:spPr>
            <a:xfrm>
              <a:off x="11556720" y="3530523"/>
              <a:ext cx="2604135" cy="1169035"/>
            </a:xfrm>
            <a:custGeom>
              <a:avLst/>
              <a:gdLst/>
              <a:ahLst/>
              <a:cxnLst/>
              <a:rect l="l" t="t" r="r" b="b"/>
              <a:pathLst>
                <a:path w="2604134" h="1169035">
                  <a:moveTo>
                    <a:pt x="2476804" y="0"/>
                  </a:moveTo>
                  <a:lnTo>
                    <a:pt x="127076" y="0"/>
                  </a:lnTo>
                  <a:lnTo>
                    <a:pt x="77607" y="9932"/>
                  </a:lnTo>
                  <a:lnTo>
                    <a:pt x="37215" y="37077"/>
                  </a:lnTo>
                  <a:lnTo>
                    <a:pt x="9984" y="77452"/>
                  </a:lnTo>
                  <a:lnTo>
                    <a:pt x="0" y="127076"/>
                  </a:lnTo>
                  <a:lnTo>
                    <a:pt x="0" y="1041831"/>
                  </a:lnTo>
                  <a:lnTo>
                    <a:pt x="9984" y="1091249"/>
                  </a:lnTo>
                  <a:lnTo>
                    <a:pt x="37215" y="1131519"/>
                  </a:lnTo>
                  <a:lnTo>
                    <a:pt x="77607" y="1158624"/>
                  </a:lnTo>
                  <a:lnTo>
                    <a:pt x="127076" y="1168552"/>
                  </a:lnTo>
                  <a:lnTo>
                    <a:pt x="2476804" y="1168552"/>
                  </a:lnTo>
                  <a:lnTo>
                    <a:pt x="2526273" y="1158624"/>
                  </a:lnTo>
                  <a:lnTo>
                    <a:pt x="2566665" y="1131519"/>
                  </a:lnTo>
                  <a:lnTo>
                    <a:pt x="2593896" y="1091249"/>
                  </a:lnTo>
                  <a:lnTo>
                    <a:pt x="2603881" y="1041831"/>
                  </a:lnTo>
                  <a:lnTo>
                    <a:pt x="2603881" y="127076"/>
                  </a:lnTo>
                  <a:lnTo>
                    <a:pt x="2593896" y="77452"/>
                  </a:lnTo>
                  <a:lnTo>
                    <a:pt x="2566665" y="37077"/>
                  </a:lnTo>
                  <a:lnTo>
                    <a:pt x="2526273" y="9932"/>
                  </a:lnTo>
                  <a:lnTo>
                    <a:pt x="2476804" y="0"/>
                  </a:lnTo>
                  <a:close/>
                </a:path>
              </a:pathLst>
            </a:custGeom>
            <a:solidFill>
              <a:srgbClr val="151A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11556720" y="3530523"/>
              <a:ext cx="2604135" cy="1169035"/>
            </a:xfrm>
            <a:custGeom>
              <a:avLst/>
              <a:gdLst/>
              <a:ahLst/>
              <a:cxnLst/>
              <a:rect l="l" t="t" r="r" b="b"/>
              <a:pathLst>
                <a:path w="2604134" h="1169035">
                  <a:moveTo>
                    <a:pt x="127076" y="1168552"/>
                  </a:moveTo>
                  <a:lnTo>
                    <a:pt x="2476804" y="1168552"/>
                  </a:lnTo>
                  <a:lnTo>
                    <a:pt x="2526273" y="1158624"/>
                  </a:lnTo>
                  <a:lnTo>
                    <a:pt x="2566665" y="1131519"/>
                  </a:lnTo>
                  <a:lnTo>
                    <a:pt x="2593896" y="1091249"/>
                  </a:lnTo>
                  <a:lnTo>
                    <a:pt x="2603881" y="1041831"/>
                  </a:lnTo>
                  <a:lnTo>
                    <a:pt x="2603881" y="127076"/>
                  </a:lnTo>
                  <a:lnTo>
                    <a:pt x="2593896" y="77452"/>
                  </a:lnTo>
                  <a:lnTo>
                    <a:pt x="2566665" y="37077"/>
                  </a:lnTo>
                  <a:lnTo>
                    <a:pt x="2526273" y="9932"/>
                  </a:lnTo>
                  <a:lnTo>
                    <a:pt x="2476804" y="0"/>
                  </a:lnTo>
                  <a:lnTo>
                    <a:pt x="127076" y="0"/>
                  </a:lnTo>
                  <a:lnTo>
                    <a:pt x="77607" y="9932"/>
                  </a:lnTo>
                  <a:lnTo>
                    <a:pt x="37215" y="37077"/>
                  </a:lnTo>
                  <a:lnTo>
                    <a:pt x="9984" y="77452"/>
                  </a:lnTo>
                  <a:lnTo>
                    <a:pt x="0" y="127076"/>
                  </a:lnTo>
                  <a:lnTo>
                    <a:pt x="0" y="1041831"/>
                  </a:lnTo>
                  <a:lnTo>
                    <a:pt x="9984" y="1091249"/>
                  </a:lnTo>
                  <a:lnTo>
                    <a:pt x="37215" y="1131519"/>
                  </a:lnTo>
                  <a:lnTo>
                    <a:pt x="77607" y="1158624"/>
                  </a:lnTo>
                  <a:lnTo>
                    <a:pt x="127076" y="1168552"/>
                  </a:lnTo>
                  <a:close/>
                </a:path>
              </a:pathLst>
            </a:custGeom>
            <a:ln w="1511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4" name="object 364"/>
          <p:cNvSpPr txBox="1"/>
          <p:nvPr/>
        </p:nvSpPr>
        <p:spPr>
          <a:xfrm>
            <a:off x="7462697" y="3721227"/>
            <a:ext cx="133096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50" dirty="0">
                <a:solidFill>
                  <a:srgbClr val="7B39EC"/>
                </a:solidFill>
                <a:latin typeface="Arial MT"/>
                <a:cs typeface="Arial MT"/>
              </a:rPr>
              <a:t>Full</a:t>
            </a:r>
            <a:r>
              <a:rPr sz="1400" spc="20" dirty="0">
                <a:solidFill>
                  <a:srgbClr val="7B39EC"/>
                </a:solidFill>
                <a:latin typeface="Arial MT"/>
                <a:cs typeface="Arial MT"/>
              </a:rPr>
              <a:t> </a:t>
            </a:r>
            <a:r>
              <a:rPr sz="1400" spc="45" dirty="0">
                <a:solidFill>
                  <a:srgbClr val="7B39EC"/>
                </a:solidFill>
                <a:latin typeface="Arial MT"/>
                <a:cs typeface="Arial MT"/>
              </a:rPr>
              <a:t>Ecosystem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20+</a:t>
            </a:r>
            <a:r>
              <a:rPr sz="1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modules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live</a:t>
            </a:r>
            <a:endParaRPr sz="1000">
              <a:latin typeface="Arial MT"/>
              <a:cs typeface="Arial MT"/>
            </a:endParaRPr>
          </a:p>
          <a:p>
            <a:pPr marL="3175" algn="ctr">
              <a:lnSpc>
                <a:spcPct val="100000"/>
              </a:lnSpc>
              <a:spcBef>
                <a:spcPts val="505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Hospital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to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home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65" name="object 365"/>
          <p:cNvGrpSpPr/>
          <p:nvPr/>
        </p:nvGrpSpPr>
        <p:grpSpPr>
          <a:xfrm>
            <a:off x="4054322" y="5070602"/>
            <a:ext cx="8147684" cy="781050"/>
            <a:chOff x="4054322" y="5070602"/>
            <a:chExt cx="8147684" cy="781050"/>
          </a:xfrm>
        </p:grpSpPr>
        <p:sp>
          <p:nvSpPr>
            <p:cNvPr id="366" name="object 366"/>
            <p:cNvSpPr/>
            <p:nvPr/>
          </p:nvSpPr>
          <p:spPr>
            <a:xfrm>
              <a:off x="4063682" y="5079961"/>
              <a:ext cx="8129270" cy="762635"/>
            </a:xfrm>
            <a:custGeom>
              <a:avLst/>
              <a:gdLst/>
              <a:ahLst/>
              <a:cxnLst/>
              <a:rect l="l" t="t" r="r" b="b"/>
              <a:pathLst>
                <a:path w="8129270" h="762635">
                  <a:moveTo>
                    <a:pt x="8001355" y="0"/>
                  </a:moveTo>
                  <a:lnTo>
                    <a:pt x="127431" y="0"/>
                  </a:lnTo>
                  <a:lnTo>
                    <a:pt x="77907" y="9927"/>
                  </a:lnTo>
                  <a:lnTo>
                    <a:pt x="37393" y="37033"/>
                  </a:lnTo>
                  <a:lnTo>
                    <a:pt x="10040" y="77302"/>
                  </a:lnTo>
                  <a:lnTo>
                    <a:pt x="0" y="126720"/>
                  </a:lnTo>
                  <a:lnTo>
                    <a:pt x="0" y="635393"/>
                  </a:lnTo>
                  <a:lnTo>
                    <a:pt x="10040" y="684811"/>
                  </a:lnTo>
                  <a:lnTo>
                    <a:pt x="37393" y="725081"/>
                  </a:lnTo>
                  <a:lnTo>
                    <a:pt x="77907" y="752186"/>
                  </a:lnTo>
                  <a:lnTo>
                    <a:pt x="127431" y="762114"/>
                  </a:lnTo>
                  <a:lnTo>
                    <a:pt x="8001355" y="762114"/>
                  </a:lnTo>
                  <a:lnTo>
                    <a:pt x="8050886" y="752186"/>
                  </a:lnTo>
                  <a:lnTo>
                    <a:pt x="8091404" y="725081"/>
                  </a:lnTo>
                  <a:lnTo>
                    <a:pt x="8118759" y="684811"/>
                  </a:lnTo>
                  <a:lnTo>
                    <a:pt x="8128800" y="635393"/>
                  </a:lnTo>
                  <a:lnTo>
                    <a:pt x="8128800" y="126720"/>
                  </a:lnTo>
                  <a:lnTo>
                    <a:pt x="8118759" y="77302"/>
                  </a:lnTo>
                  <a:lnTo>
                    <a:pt x="8091404" y="37033"/>
                  </a:lnTo>
                  <a:lnTo>
                    <a:pt x="8050886" y="9927"/>
                  </a:lnTo>
                  <a:lnTo>
                    <a:pt x="8001355" y="0"/>
                  </a:lnTo>
                  <a:close/>
                </a:path>
              </a:pathLst>
            </a:custGeom>
            <a:solidFill>
              <a:srgbClr val="0019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4063682" y="5079961"/>
              <a:ext cx="8129270" cy="762635"/>
            </a:xfrm>
            <a:custGeom>
              <a:avLst/>
              <a:gdLst/>
              <a:ahLst/>
              <a:cxnLst/>
              <a:rect l="l" t="t" r="r" b="b"/>
              <a:pathLst>
                <a:path w="8129270" h="762635">
                  <a:moveTo>
                    <a:pt x="127431" y="762114"/>
                  </a:moveTo>
                  <a:lnTo>
                    <a:pt x="8001355" y="762114"/>
                  </a:lnTo>
                  <a:lnTo>
                    <a:pt x="8050886" y="752186"/>
                  </a:lnTo>
                  <a:lnTo>
                    <a:pt x="8091404" y="725081"/>
                  </a:lnTo>
                  <a:lnTo>
                    <a:pt x="8118759" y="684811"/>
                  </a:lnTo>
                  <a:lnTo>
                    <a:pt x="8128800" y="635393"/>
                  </a:lnTo>
                  <a:lnTo>
                    <a:pt x="8128800" y="126720"/>
                  </a:lnTo>
                  <a:lnTo>
                    <a:pt x="8118759" y="77302"/>
                  </a:lnTo>
                  <a:lnTo>
                    <a:pt x="8091404" y="37033"/>
                  </a:lnTo>
                  <a:lnTo>
                    <a:pt x="8050886" y="9927"/>
                  </a:lnTo>
                  <a:lnTo>
                    <a:pt x="8001355" y="0"/>
                  </a:lnTo>
                  <a:lnTo>
                    <a:pt x="127431" y="0"/>
                  </a:lnTo>
                  <a:lnTo>
                    <a:pt x="77907" y="9927"/>
                  </a:lnTo>
                  <a:lnTo>
                    <a:pt x="37393" y="37033"/>
                  </a:lnTo>
                  <a:lnTo>
                    <a:pt x="10040" y="77302"/>
                  </a:lnTo>
                  <a:lnTo>
                    <a:pt x="0" y="126720"/>
                  </a:lnTo>
                  <a:lnTo>
                    <a:pt x="0" y="635393"/>
                  </a:lnTo>
                  <a:lnTo>
                    <a:pt x="10040" y="684811"/>
                  </a:lnTo>
                  <a:lnTo>
                    <a:pt x="37393" y="725081"/>
                  </a:lnTo>
                  <a:lnTo>
                    <a:pt x="77907" y="752186"/>
                  </a:lnTo>
                  <a:lnTo>
                    <a:pt x="127431" y="762114"/>
                  </a:lnTo>
                  <a:close/>
                </a:path>
              </a:pathLst>
            </a:custGeom>
            <a:ln w="18719">
              <a:solidFill>
                <a:srgbClr val="00C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8" name="object 368"/>
          <p:cNvSpPr txBox="1"/>
          <p:nvPr/>
        </p:nvSpPr>
        <p:spPr>
          <a:xfrm>
            <a:off x="11948299" y="3721227"/>
            <a:ext cx="125222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49D0A"/>
                </a:solidFill>
                <a:latin typeface="Arial MT"/>
                <a:cs typeface="Arial MT"/>
              </a:rPr>
              <a:t>Open</a:t>
            </a:r>
            <a:r>
              <a:rPr sz="1400" spc="140" dirty="0">
                <a:solidFill>
                  <a:srgbClr val="F49D0A"/>
                </a:solidFill>
                <a:latin typeface="Arial MT"/>
                <a:cs typeface="Arial MT"/>
              </a:rPr>
              <a:t> </a:t>
            </a:r>
            <a:r>
              <a:rPr sz="1400" spc="45" dirty="0">
                <a:solidFill>
                  <a:srgbClr val="F49D0A"/>
                </a:solidFill>
                <a:latin typeface="Arial MT"/>
                <a:cs typeface="Arial MT"/>
              </a:rPr>
              <a:t>Platform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Hardware</a:t>
            </a:r>
            <a:r>
              <a:rPr sz="1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endParaRPr sz="1000">
              <a:latin typeface="Arial MT"/>
              <a:cs typeface="Arial MT"/>
            </a:endParaRPr>
          </a:p>
          <a:p>
            <a:pPr marL="3810" algn="ctr">
              <a:lnSpc>
                <a:spcPct val="100000"/>
              </a:lnSpc>
              <a:spcBef>
                <a:spcPts val="505"/>
              </a:spcBef>
            </a:pP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Any</a:t>
            </a:r>
            <a:r>
              <a:rPr sz="900" spc="5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8A939D"/>
                </a:solidFill>
                <a:latin typeface="Arial MT"/>
                <a:cs typeface="Arial MT"/>
              </a:rPr>
              <a:t>use</a:t>
            </a:r>
            <a:r>
              <a:rPr sz="900" spc="10" dirty="0">
                <a:solidFill>
                  <a:srgbClr val="8A939D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8A939D"/>
                </a:solidFill>
                <a:latin typeface="Arial MT"/>
                <a:cs typeface="Arial MT"/>
              </a:rPr>
              <a:t>case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69" name="object 369"/>
          <p:cNvSpPr txBox="1"/>
          <p:nvPr/>
        </p:nvSpPr>
        <p:spPr>
          <a:xfrm>
            <a:off x="5515457" y="5029985"/>
            <a:ext cx="5237480" cy="7194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690"/>
              </a:spcBef>
            </a:pPr>
            <a:r>
              <a:rPr sz="900" dirty="0">
                <a:solidFill>
                  <a:srgbClr val="00C8A6"/>
                </a:solidFill>
                <a:latin typeface="Arial MT"/>
                <a:cs typeface="Arial MT"/>
              </a:rPr>
              <a:t>THE </a:t>
            </a:r>
            <a:r>
              <a:rPr sz="900" spc="-25" dirty="0">
                <a:solidFill>
                  <a:srgbClr val="00C8A6"/>
                </a:solidFill>
                <a:latin typeface="Arial MT"/>
                <a:cs typeface="Arial MT"/>
              </a:rPr>
              <a:t>ASK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Mentorship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pilot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PHCs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Hyderabad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validate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500</a:t>
            </a: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real</a:t>
            </a: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patients.</a:t>
            </a:r>
            <a:endParaRPr sz="1100">
              <a:latin typeface="Arial MT"/>
              <a:cs typeface="Arial MT"/>
            </a:endParaRPr>
          </a:p>
          <a:p>
            <a:pPr marR="19050" algn="ctr">
              <a:lnSpc>
                <a:spcPct val="100000"/>
              </a:lnSpc>
              <a:spcBef>
                <a:spcPts val="550"/>
              </a:spcBef>
            </a:pP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We</a:t>
            </a:r>
            <a:r>
              <a:rPr sz="1000" i="1" spc="6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have</a:t>
            </a:r>
            <a:r>
              <a:rPr sz="1000" i="1" spc="6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the</a:t>
            </a:r>
            <a:r>
              <a:rPr sz="1000" i="1" spc="6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hardware.</a:t>
            </a:r>
            <a:r>
              <a:rPr sz="1000" i="1" spc="5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We</a:t>
            </a:r>
            <a:r>
              <a:rPr sz="1000" i="1" spc="6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have</a:t>
            </a:r>
            <a:r>
              <a:rPr sz="1000" i="1" spc="6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the</a:t>
            </a:r>
            <a:r>
              <a:rPr sz="1000" i="1" spc="6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software.</a:t>
            </a:r>
            <a:r>
              <a:rPr sz="1000" i="1" spc="6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We</a:t>
            </a:r>
            <a:r>
              <a:rPr sz="1000" i="1" spc="65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need</a:t>
            </a:r>
            <a:r>
              <a:rPr sz="1000" i="1" spc="7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solidFill>
                  <a:srgbClr val="00C8A6"/>
                </a:solidFill>
                <a:latin typeface="Arial"/>
                <a:cs typeface="Arial"/>
              </a:rPr>
              <a:t>the</a:t>
            </a:r>
            <a:r>
              <a:rPr sz="1000" i="1" spc="60" dirty="0">
                <a:solidFill>
                  <a:srgbClr val="00C8A6"/>
                </a:solidFill>
                <a:latin typeface="Arial"/>
                <a:cs typeface="Arial"/>
              </a:rPr>
              <a:t> </a:t>
            </a:r>
            <a:r>
              <a:rPr sz="1000" i="1" spc="35" dirty="0">
                <a:solidFill>
                  <a:srgbClr val="00C8A6"/>
                </a:solidFill>
                <a:latin typeface="Arial"/>
                <a:cs typeface="Arial"/>
              </a:rPr>
              <a:t>ground.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0" name="object 370"/>
          <p:cNvSpPr txBox="1"/>
          <p:nvPr/>
        </p:nvSpPr>
        <p:spPr>
          <a:xfrm>
            <a:off x="6038900" y="7757111"/>
            <a:ext cx="4166870" cy="7270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sz="1300" i="1" spc="50" dirty="0">
                <a:solidFill>
                  <a:srgbClr val="8A939D"/>
                </a:solidFill>
                <a:latin typeface="Arial"/>
                <a:cs typeface="Arial"/>
              </a:rPr>
              <a:t>"Every</a:t>
            </a:r>
            <a:r>
              <a:rPr sz="1300" i="1" spc="9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50" dirty="0">
                <a:solidFill>
                  <a:srgbClr val="8A939D"/>
                </a:solidFill>
                <a:latin typeface="Arial"/>
                <a:cs typeface="Arial"/>
              </a:rPr>
              <a:t>unmonitored</a:t>
            </a:r>
            <a:r>
              <a:rPr sz="1300" i="1" spc="9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10" dirty="0">
                <a:solidFill>
                  <a:srgbClr val="8A939D"/>
                </a:solidFill>
                <a:latin typeface="Arial"/>
                <a:cs typeface="Arial"/>
              </a:rPr>
              <a:t>patient</a:t>
            </a:r>
            <a:r>
              <a:rPr sz="1300" i="1" spc="9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65" dirty="0">
                <a:solidFill>
                  <a:srgbClr val="8A939D"/>
                </a:solidFill>
                <a:latin typeface="Arial"/>
                <a:cs typeface="Arial"/>
              </a:rPr>
              <a:t>is</a:t>
            </a:r>
            <a:r>
              <a:rPr sz="1300" i="1" spc="9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10" dirty="0">
                <a:solidFill>
                  <a:srgbClr val="8A939D"/>
                </a:solidFill>
                <a:latin typeface="Arial"/>
                <a:cs typeface="Arial"/>
              </a:rPr>
              <a:t>a</a:t>
            </a:r>
            <a:r>
              <a:rPr sz="1300" i="1" spc="9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10" dirty="0">
                <a:solidFill>
                  <a:srgbClr val="8A939D"/>
                </a:solidFill>
                <a:latin typeface="Arial"/>
                <a:cs typeface="Arial"/>
              </a:rPr>
              <a:t>preventable</a:t>
            </a:r>
            <a:r>
              <a:rPr sz="1300" i="1" spc="9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8A939D"/>
                </a:solidFill>
                <a:latin typeface="Arial"/>
                <a:cs typeface="Arial"/>
              </a:rPr>
              <a:t>tragedy.</a:t>
            </a:r>
            <a:endParaRPr sz="13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240"/>
              </a:spcBef>
            </a:pPr>
            <a:r>
              <a:rPr sz="1300" i="1" dirty="0">
                <a:solidFill>
                  <a:srgbClr val="8A939D"/>
                </a:solidFill>
                <a:latin typeface="Arial"/>
                <a:cs typeface="Arial"/>
              </a:rPr>
              <a:t>We</a:t>
            </a:r>
            <a:r>
              <a:rPr sz="1300" i="1" spc="7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65" dirty="0">
                <a:solidFill>
                  <a:srgbClr val="8A939D"/>
                </a:solidFill>
                <a:latin typeface="Arial"/>
                <a:cs typeface="Arial"/>
              </a:rPr>
              <a:t>built</a:t>
            </a:r>
            <a:r>
              <a:rPr sz="1300" i="1" spc="7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8A939D"/>
                </a:solidFill>
                <a:latin typeface="Arial"/>
                <a:cs typeface="Arial"/>
              </a:rPr>
              <a:t>the</a:t>
            </a:r>
            <a:r>
              <a:rPr sz="1300" i="1" spc="7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50" dirty="0">
                <a:solidFill>
                  <a:srgbClr val="8A939D"/>
                </a:solidFill>
                <a:latin typeface="Arial"/>
                <a:cs typeface="Arial"/>
              </a:rPr>
              <a:t>infrastructure</a:t>
            </a:r>
            <a:r>
              <a:rPr sz="1300" i="1" spc="75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60" dirty="0">
                <a:solidFill>
                  <a:srgbClr val="8A939D"/>
                </a:solidFill>
                <a:latin typeface="Arial"/>
                <a:cs typeface="Arial"/>
              </a:rPr>
              <a:t>to</a:t>
            </a:r>
            <a:r>
              <a:rPr sz="1300" i="1" spc="7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8A939D"/>
                </a:solidFill>
                <a:latin typeface="Arial"/>
                <a:cs typeface="Arial"/>
              </a:rPr>
              <a:t>prevent</a:t>
            </a:r>
            <a:r>
              <a:rPr sz="1300" i="1" spc="70" dirty="0">
                <a:solidFill>
                  <a:srgbClr val="8A939D"/>
                </a:solidFill>
                <a:latin typeface="Arial"/>
                <a:cs typeface="Arial"/>
              </a:rPr>
              <a:t> </a:t>
            </a:r>
            <a:r>
              <a:rPr sz="1300" i="1" spc="40" dirty="0">
                <a:solidFill>
                  <a:srgbClr val="8A939D"/>
                </a:solidFill>
                <a:latin typeface="Arial"/>
                <a:cs typeface="Arial"/>
              </a:rPr>
              <a:t>them."</a:t>
            </a:r>
            <a:endParaRPr sz="1300">
              <a:latin typeface="Arial"/>
              <a:cs typeface="Arial"/>
            </a:endParaRPr>
          </a:p>
          <a:p>
            <a:pPr marL="7620" algn="ctr">
              <a:lnSpc>
                <a:spcPct val="100000"/>
              </a:lnSpc>
              <a:spcBef>
                <a:spcPts val="720"/>
              </a:spcBef>
            </a:pPr>
            <a:r>
              <a:rPr sz="1000" dirty="0">
                <a:solidFill>
                  <a:srgbClr val="00C8A6"/>
                </a:solidFill>
                <a:latin typeface="Arial MT"/>
                <a:cs typeface="Arial MT"/>
              </a:rPr>
              <a:t>—</a:t>
            </a:r>
            <a:r>
              <a:rPr sz="1000" spc="1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0C8A6"/>
                </a:solidFill>
                <a:latin typeface="Arial MT"/>
                <a:cs typeface="Arial MT"/>
              </a:rPr>
              <a:t>Team</a:t>
            </a:r>
            <a:r>
              <a:rPr sz="1000" spc="15" dirty="0">
                <a:solidFill>
                  <a:srgbClr val="00C8A6"/>
                </a:solidFill>
                <a:latin typeface="Arial MT"/>
                <a:cs typeface="Arial MT"/>
              </a:rPr>
              <a:t> </a:t>
            </a:r>
            <a:r>
              <a:rPr sz="1000" spc="35" dirty="0">
                <a:solidFill>
                  <a:srgbClr val="00C8A6"/>
                </a:solidFill>
                <a:latin typeface="Arial MT"/>
                <a:cs typeface="Arial MT"/>
              </a:rPr>
              <a:t>Antigravity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</TotalTime>
  <Words>1426</Words>
  <Application>Microsoft Office PowerPoint</Application>
  <PresentationFormat>Custom</PresentationFormat>
  <Paragraphs>312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MT</vt:lpstr>
      <vt:lpstr>Calibri</vt:lpstr>
      <vt:lpstr>Segoe UI Emoji</vt:lpstr>
      <vt:lpstr>Times New Roman</vt:lpstr>
      <vt:lpstr>Office Theme</vt:lpstr>
      <vt:lpstr>AyuLink</vt:lpstr>
      <vt:lpstr>Healthcare Has a Connectivity Crisis Not a rural problem. Not an elderly problem. A universal infrastructure failure.</vt:lpstr>
      <vt:lpstr>One Platform. Every Healthcare Setting.</vt:lpstr>
      <vt:lpstr>Built for Every</vt:lpstr>
      <vt:lpstr>Three Devices. Fully Working. Right Now.</vt:lpstr>
      <vt:lpstr>More Patients = Stronger Network The only healthcare platform that gets better as more people use it.</vt:lpstr>
      <vt:lpstr>Healthcare's Missing Infrastructure Layer Not a niche product. The infrastructure layer every healthcare system needs but doesn't have.</vt:lpstr>
      <vt:lpstr>The Ecosystem is Alive and Working.</vt:lpstr>
      <vt:lpstr>We didn't build a product. We built the infrastructure that should have existed.</vt:lpstr>
      <vt:lpstr>AyuLink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anirudh ganji</cp:lastModifiedBy>
  <cp:revision>1</cp:revision>
  <dcterms:created xsi:type="dcterms:W3CDTF">2026-03-29T09:22:41Z</dcterms:created>
  <dcterms:modified xsi:type="dcterms:W3CDTF">2026-04-06T10:03:53Z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Draw</vt:lpwstr>
  </property>
  <property fmtid="{D5CDD505-2E9C-101B-9397-08002B2CF9AE}" pid="4" name="Producer">
    <vt:lpwstr>LibreOffice 7.3</vt:lpwstr>
  </property>
  <property fmtid="{D5CDD505-2E9C-101B-9397-08002B2CF9AE}" pid="5" name="LastSaved">
    <vt:filetime>2026-02-15T00:00:00Z</vt:filetime>
  </property>
</Properties>
</file>